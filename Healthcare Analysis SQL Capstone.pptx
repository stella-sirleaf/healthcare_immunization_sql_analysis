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81AB31-9FCF-44FA-A838-A2491479B63A}" v="8" dt="2026-07-16T00:53:30.8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60"/>
  </p:normalViewPr>
  <p:slideViewPr>
    <p:cSldViewPr snapToGrid="0">
      <p:cViewPr varScale="1">
        <p:scale>
          <a:sx n="83" d="100"/>
          <a:sy n="83" d="100"/>
        </p:scale>
        <p:origin x="39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elvin sirleaf" userId="0e3fd1f203cc1720" providerId="LiveId" clId="{EEB4745E-E5F3-4E77-990C-5E5B0457FBAC}"/>
    <pc:docChg chg="undo custSel addSld modSld">
      <pc:chgData name="melvin sirleaf" userId="0e3fd1f203cc1720" providerId="LiveId" clId="{EEB4745E-E5F3-4E77-990C-5E5B0457FBAC}" dt="2026-07-16T00:58:52.400" v="255" actId="14100"/>
      <pc:docMkLst>
        <pc:docMk/>
      </pc:docMkLst>
      <pc:sldChg chg="addSp delSp modSp mod setBg">
        <pc:chgData name="melvin sirleaf" userId="0e3fd1f203cc1720" providerId="LiveId" clId="{EEB4745E-E5F3-4E77-990C-5E5B0457FBAC}" dt="2026-07-16T00:58:06.695" v="252" actId="207"/>
        <pc:sldMkLst>
          <pc:docMk/>
          <pc:sldMk cId="2909097943" sldId="256"/>
        </pc:sldMkLst>
        <pc:spChg chg="mod">
          <ac:chgData name="melvin sirleaf" userId="0e3fd1f203cc1720" providerId="LiveId" clId="{EEB4745E-E5F3-4E77-990C-5E5B0457FBAC}" dt="2026-07-16T00:58:06.695" v="252" actId="207"/>
          <ac:spMkLst>
            <pc:docMk/>
            <pc:sldMk cId="2909097943" sldId="256"/>
            <ac:spMk id="2" creationId="{5095D7E0-2E91-E090-C759-0E4B37C21C64}"/>
          </ac:spMkLst>
        </pc:spChg>
        <pc:spChg chg="mod">
          <ac:chgData name="melvin sirleaf" userId="0e3fd1f203cc1720" providerId="LiveId" clId="{EEB4745E-E5F3-4E77-990C-5E5B0457FBAC}" dt="2026-07-16T00:22:33.942" v="71" actId="26606"/>
          <ac:spMkLst>
            <pc:docMk/>
            <pc:sldMk cId="2909097943" sldId="256"/>
            <ac:spMk id="3" creationId="{3BFE2738-2938-131A-DAB6-9CB891FFC123}"/>
          </ac:spMkLst>
        </pc:spChg>
        <pc:spChg chg="add del">
          <ac:chgData name="melvin sirleaf" userId="0e3fd1f203cc1720" providerId="LiveId" clId="{EEB4745E-E5F3-4E77-990C-5E5B0457FBAC}" dt="2026-07-16T00:22:33.920" v="70" actId="26606"/>
          <ac:spMkLst>
            <pc:docMk/>
            <pc:sldMk cId="2909097943" sldId="256"/>
            <ac:spMk id="11" creationId="{59B296B9-C5A5-4E4F-9B60-C907B5F1466C}"/>
          </ac:spMkLst>
        </pc:spChg>
        <pc:spChg chg="add del">
          <ac:chgData name="melvin sirleaf" userId="0e3fd1f203cc1720" providerId="LiveId" clId="{EEB4745E-E5F3-4E77-990C-5E5B0457FBAC}" dt="2026-07-16T00:22:33.920" v="70" actId="26606"/>
          <ac:spMkLst>
            <pc:docMk/>
            <pc:sldMk cId="2909097943" sldId="256"/>
            <ac:spMk id="12" creationId="{9F7D5CDA-D291-4307-BF55-1381FED29634}"/>
          </ac:spMkLst>
        </pc:spChg>
        <pc:spChg chg="add del">
          <ac:chgData name="melvin sirleaf" userId="0e3fd1f203cc1720" providerId="LiveId" clId="{EEB4745E-E5F3-4E77-990C-5E5B0457FBAC}" dt="2026-07-16T00:22:33.920" v="70" actId="26606"/>
          <ac:spMkLst>
            <pc:docMk/>
            <pc:sldMk cId="2909097943" sldId="256"/>
            <ac:spMk id="13" creationId="{D0300FD3-5AF1-6305-15FA-9078072672E2}"/>
          </ac:spMkLst>
        </pc:spChg>
        <pc:picChg chg="add del">
          <ac:chgData name="melvin sirleaf" userId="0e3fd1f203cc1720" providerId="LiveId" clId="{EEB4745E-E5F3-4E77-990C-5E5B0457FBAC}" dt="2026-07-16T00:22:29.140" v="68" actId="26606"/>
          <ac:picMkLst>
            <pc:docMk/>
            <pc:sldMk cId="2909097943" sldId="256"/>
            <ac:picMk id="5" creationId="{EEDADAC4-B39D-FC9A-F0B7-5613BBD76A8E}"/>
          </ac:picMkLst>
        </pc:picChg>
        <pc:picChg chg="add del">
          <ac:chgData name="melvin sirleaf" userId="0e3fd1f203cc1720" providerId="LiveId" clId="{EEB4745E-E5F3-4E77-990C-5E5B0457FBAC}" dt="2026-07-16T00:22:33.920" v="70" actId="26606"/>
          <ac:picMkLst>
            <pc:docMk/>
            <pc:sldMk cId="2909097943" sldId="256"/>
            <ac:picMk id="14" creationId="{D47F980E-56C4-A762-2430-FB918F19E2E2}"/>
          </ac:picMkLst>
        </pc:picChg>
        <pc:picChg chg="add">
          <ac:chgData name="melvin sirleaf" userId="0e3fd1f203cc1720" providerId="LiveId" clId="{EEB4745E-E5F3-4E77-990C-5E5B0457FBAC}" dt="2026-07-16T00:22:33.942" v="71" actId="26606"/>
          <ac:picMkLst>
            <pc:docMk/>
            <pc:sldMk cId="2909097943" sldId="256"/>
            <ac:picMk id="16" creationId="{EEDADAC4-B39D-FC9A-F0B7-5613BBD76A8E}"/>
          </ac:picMkLst>
        </pc:picChg>
        <pc:cxnChg chg="add del">
          <ac:chgData name="melvin sirleaf" userId="0e3fd1f203cc1720" providerId="LiveId" clId="{EEB4745E-E5F3-4E77-990C-5E5B0457FBAC}" dt="2026-07-16T00:22:29.140" v="68" actId="26606"/>
          <ac:cxnSpMkLst>
            <pc:docMk/>
            <pc:sldMk cId="2909097943" sldId="256"/>
            <ac:cxnSpMk id="9" creationId="{1503BFE4-729B-D9D0-C17B-501E6AF1127A}"/>
          </ac:cxnSpMkLst>
        </pc:cxnChg>
        <pc:cxnChg chg="add">
          <ac:chgData name="melvin sirleaf" userId="0e3fd1f203cc1720" providerId="LiveId" clId="{EEB4745E-E5F3-4E77-990C-5E5B0457FBAC}" dt="2026-07-16T00:22:33.942" v="71" actId="26606"/>
          <ac:cxnSpMkLst>
            <pc:docMk/>
            <pc:sldMk cId="2909097943" sldId="256"/>
            <ac:cxnSpMk id="17" creationId="{1503BFE4-729B-D9D0-C17B-501E6AF1127A}"/>
          </ac:cxnSpMkLst>
        </pc:cxnChg>
      </pc:sldChg>
      <pc:sldChg chg="addSp delSp modSp mod setBg">
        <pc:chgData name="melvin sirleaf" userId="0e3fd1f203cc1720" providerId="LiveId" clId="{EEB4745E-E5F3-4E77-990C-5E5B0457FBAC}" dt="2026-07-16T00:57:57.871" v="251" actId="207"/>
        <pc:sldMkLst>
          <pc:docMk/>
          <pc:sldMk cId="1984809300" sldId="257"/>
        </pc:sldMkLst>
        <pc:spChg chg="mod">
          <ac:chgData name="melvin sirleaf" userId="0e3fd1f203cc1720" providerId="LiveId" clId="{EEB4745E-E5F3-4E77-990C-5E5B0457FBAC}" dt="2026-07-16T00:57:57.871" v="251" actId="207"/>
          <ac:spMkLst>
            <pc:docMk/>
            <pc:sldMk cId="1984809300" sldId="257"/>
            <ac:spMk id="2" creationId="{FE32F865-25B7-308A-9A7C-B27FFD526D4F}"/>
          </ac:spMkLst>
        </pc:spChg>
        <pc:spChg chg="add del mod">
          <ac:chgData name="melvin sirleaf" userId="0e3fd1f203cc1720" providerId="LiveId" clId="{EEB4745E-E5F3-4E77-990C-5E5B0457FBAC}" dt="2026-07-16T00:24:13.045" v="81" actId="26606"/>
          <ac:spMkLst>
            <pc:docMk/>
            <pc:sldMk cId="1984809300" sldId="257"/>
            <ac:spMk id="3" creationId="{0A9CB956-26E8-A490-3785-368D1AF63314}"/>
          </ac:spMkLst>
        </pc:spChg>
        <pc:spChg chg="add">
          <ac:chgData name="melvin sirleaf" userId="0e3fd1f203cc1720" providerId="LiveId" clId="{EEB4745E-E5F3-4E77-990C-5E5B0457FBAC}" dt="2026-07-16T00:24:13.045" v="81" actId="26606"/>
          <ac:spMkLst>
            <pc:docMk/>
            <pc:sldMk cId="1984809300" sldId="257"/>
            <ac:spMk id="8" creationId="{B6CDA21F-E7AF-4C75-8395-33F58D5B0E45}"/>
          </ac:spMkLst>
        </pc:spChg>
        <pc:spChg chg="add del">
          <ac:chgData name="melvin sirleaf" userId="0e3fd1f203cc1720" providerId="LiveId" clId="{EEB4745E-E5F3-4E77-990C-5E5B0457FBAC}" dt="2026-07-16T00:24:13.031" v="80" actId="26606"/>
          <ac:spMkLst>
            <pc:docMk/>
            <pc:sldMk cId="1984809300" sldId="257"/>
            <ac:spMk id="9" creationId="{BACC6370-2D7E-4714-9D71-7542949D7D5D}"/>
          </ac:spMkLst>
        </pc:spChg>
        <pc:spChg chg="add del">
          <ac:chgData name="melvin sirleaf" userId="0e3fd1f203cc1720" providerId="LiveId" clId="{EEB4745E-E5F3-4E77-990C-5E5B0457FBAC}" dt="2026-07-16T00:24:13.031" v="80" actId="26606"/>
          <ac:spMkLst>
            <pc:docMk/>
            <pc:sldMk cId="1984809300" sldId="257"/>
            <ac:spMk id="11" creationId="{F68B3F68-107C-434F-AA38-110D5EA91B85}"/>
          </ac:spMkLst>
        </pc:spChg>
        <pc:spChg chg="add del">
          <ac:chgData name="melvin sirleaf" userId="0e3fd1f203cc1720" providerId="LiveId" clId="{EEB4745E-E5F3-4E77-990C-5E5B0457FBAC}" dt="2026-07-16T00:24:13.031" v="80" actId="26606"/>
          <ac:spMkLst>
            <pc:docMk/>
            <pc:sldMk cId="1984809300" sldId="257"/>
            <ac:spMk id="13" creationId="{AAD0DBB9-1A4B-4391-81D4-CB19F9AB918A}"/>
          </ac:spMkLst>
        </pc:spChg>
        <pc:spChg chg="add del">
          <ac:chgData name="melvin sirleaf" userId="0e3fd1f203cc1720" providerId="LiveId" clId="{EEB4745E-E5F3-4E77-990C-5E5B0457FBAC}" dt="2026-07-16T00:24:13.031" v="80" actId="26606"/>
          <ac:spMkLst>
            <pc:docMk/>
            <pc:sldMk cId="1984809300" sldId="257"/>
            <ac:spMk id="15" creationId="{063BBA22-50EA-4C4D-BE05-F1CE4E63AA56}"/>
          </ac:spMkLst>
        </pc:spChg>
        <pc:spChg chg="add">
          <ac:chgData name="melvin sirleaf" userId="0e3fd1f203cc1720" providerId="LiveId" clId="{EEB4745E-E5F3-4E77-990C-5E5B0457FBAC}" dt="2026-07-16T00:24:13.045" v="81" actId="26606"/>
          <ac:spMkLst>
            <pc:docMk/>
            <pc:sldMk cId="1984809300" sldId="257"/>
            <ac:spMk id="20" creationId="{D5B0017B-2ECA-49AF-B397-DC140825DF8D}"/>
          </ac:spMkLst>
        </pc:spChg>
        <pc:spChg chg="add">
          <ac:chgData name="melvin sirleaf" userId="0e3fd1f203cc1720" providerId="LiveId" clId="{EEB4745E-E5F3-4E77-990C-5E5B0457FBAC}" dt="2026-07-16T00:24:13.045" v="81" actId="26606"/>
          <ac:spMkLst>
            <pc:docMk/>
            <pc:sldMk cId="1984809300" sldId="257"/>
            <ac:spMk id="21" creationId="{0A9CB956-26E8-A490-3785-368D1AF63314}"/>
          </ac:spMkLst>
        </pc:spChg>
        <pc:grpChg chg="add">
          <ac:chgData name="melvin sirleaf" userId="0e3fd1f203cc1720" providerId="LiveId" clId="{EEB4745E-E5F3-4E77-990C-5E5B0457FBAC}" dt="2026-07-16T00:24:13.045" v="81" actId="26606"/>
          <ac:grpSpMkLst>
            <pc:docMk/>
            <pc:sldMk cId="1984809300" sldId="257"/>
            <ac:grpSpMk id="10" creationId="{AE1C45F0-260A-458C-96ED-C1F6D2151219}"/>
          </ac:grpSpMkLst>
        </pc:grpChg>
        <pc:graphicFrameChg chg="add del">
          <ac:chgData name="melvin sirleaf" userId="0e3fd1f203cc1720" providerId="LiveId" clId="{EEB4745E-E5F3-4E77-990C-5E5B0457FBAC}" dt="2026-07-16T00:24:13.031" v="80" actId="26606"/>
          <ac:graphicFrameMkLst>
            <pc:docMk/>
            <pc:sldMk cId="1984809300" sldId="257"/>
            <ac:graphicFrameMk id="5" creationId="{8FC4216F-CAE3-B3D2-1E38-66FB199EE5DD}"/>
          </ac:graphicFrameMkLst>
        </pc:graphicFrameChg>
        <pc:cxnChg chg="add">
          <ac:chgData name="melvin sirleaf" userId="0e3fd1f203cc1720" providerId="LiveId" clId="{EEB4745E-E5F3-4E77-990C-5E5B0457FBAC}" dt="2026-07-16T00:24:13.045" v="81" actId="26606"/>
          <ac:cxnSpMkLst>
            <pc:docMk/>
            <pc:sldMk cId="1984809300" sldId="257"/>
            <ac:cxnSpMk id="17" creationId="{6CF1BAF6-AD41-4082-B212-8A1F9A2E8779}"/>
          </ac:cxnSpMkLst>
        </pc:cxnChg>
      </pc:sldChg>
      <pc:sldChg chg="addSp delSp modSp mod setBg setClrOvrMap">
        <pc:chgData name="melvin sirleaf" userId="0e3fd1f203cc1720" providerId="LiveId" clId="{EEB4745E-E5F3-4E77-990C-5E5B0457FBAC}" dt="2026-07-16T00:57:52.760" v="250" actId="207"/>
        <pc:sldMkLst>
          <pc:docMk/>
          <pc:sldMk cId="3033744303" sldId="258"/>
        </pc:sldMkLst>
        <pc:spChg chg="mod">
          <ac:chgData name="melvin sirleaf" userId="0e3fd1f203cc1720" providerId="LiveId" clId="{EEB4745E-E5F3-4E77-990C-5E5B0457FBAC}" dt="2026-07-16T00:57:52.760" v="250" actId="207"/>
          <ac:spMkLst>
            <pc:docMk/>
            <pc:sldMk cId="3033744303" sldId="258"/>
            <ac:spMk id="2" creationId="{4EFB32E1-6115-6BD4-264D-FD7EAF7D5811}"/>
          </ac:spMkLst>
        </pc:spChg>
        <pc:spChg chg="add del mod">
          <ac:chgData name="melvin sirleaf" userId="0e3fd1f203cc1720" providerId="LiveId" clId="{EEB4745E-E5F3-4E77-990C-5E5B0457FBAC}" dt="2026-07-16T00:26:08.214" v="104" actId="26606"/>
          <ac:spMkLst>
            <pc:docMk/>
            <pc:sldMk cId="3033744303" sldId="258"/>
            <ac:spMk id="3" creationId="{7115D1C2-6278-0282-16EE-5C937219ABC1}"/>
          </ac:spMkLst>
        </pc:spChg>
        <pc:spChg chg="add del">
          <ac:chgData name="melvin sirleaf" userId="0e3fd1f203cc1720" providerId="LiveId" clId="{EEB4745E-E5F3-4E77-990C-5E5B0457FBAC}" dt="2026-07-16T00:26:08.214" v="104" actId="26606"/>
          <ac:spMkLst>
            <pc:docMk/>
            <pc:sldMk cId="3033744303" sldId="258"/>
            <ac:spMk id="8" creationId="{8B9AA7C6-5E5A-498E-A6DF-A943376E09BC}"/>
          </ac:spMkLst>
        </pc:spChg>
        <pc:spChg chg="add del">
          <ac:chgData name="melvin sirleaf" userId="0e3fd1f203cc1720" providerId="LiveId" clId="{EEB4745E-E5F3-4E77-990C-5E5B0457FBAC}" dt="2026-07-16T00:26:08.214" v="104" actId="26606"/>
          <ac:spMkLst>
            <pc:docMk/>
            <pc:sldMk cId="3033744303" sldId="258"/>
            <ac:spMk id="14" creationId="{81E140AE-0ABF-47C8-BF32-7D2F0CF2BA44}"/>
          </ac:spMkLst>
        </pc:spChg>
        <pc:spChg chg="add del">
          <ac:chgData name="melvin sirleaf" userId="0e3fd1f203cc1720" providerId="LiveId" clId="{EEB4745E-E5F3-4E77-990C-5E5B0457FBAC}" dt="2026-07-16T00:26:08.214" v="104" actId="26606"/>
          <ac:spMkLst>
            <pc:docMk/>
            <pc:sldMk cId="3033744303" sldId="258"/>
            <ac:spMk id="16" creationId="{CBC4F608-B4B8-48C3-9572-C0F061B1CD99}"/>
          </ac:spMkLst>
        </pc:spChg>
        <pc:spChg chg="add del">
          <ac:chgData name="melvin sirleaf" userId="0e3fd1f203cc1720" providerId="LiveId" clId="{EEB4745E-E5F3-4E77-990C-5E5B0457FBAC}" dt="2026-07-16T00:25:41.580" v="91" actId="26606"/>
          <ac:spMkLst>
            <pc:docMk/>
            <pc:sldMk cId="3033744303" sldId="258"/>
            <ac:spMk id="21" creationId="{8B9AA7C6-5E5A-498E-A6DF-A943376E09BC}"/>
          </ac:spMkLst>
        </pc:spChg>
        <pc:spChg chg="add del">
          <ac:chgData name="melvin sirleaf" userId="0e3fd1f203cc1720" providerId="LiveId" clId="{EEB4745E-E5F3-4E77-990C-5E5B0457FBAC}" dt="2026-07-16T00:25:57.013" v="98" actId="26606"/>
          <ac:spMkLst>
            <pc:docMk/>
            <pc:sldMk cId="3033744303" sldId="258"/>
            <ac:spMk id="25" creationId="{5B7778FC-632E-4DCA-A7CB-0D7731CCF970}"/>
          </ac:spMkLst>
        </pc:spChg>
        <pc:spChg chg="add del">
          <ac:chgData name="melvin sirleaf" userId="0e3fd1f203cc1720" providerId="LiveId" clId="{EEB4745E-E5F3-4E77-990C-5E5B0457FBAC}" dt="2026-07-16T00:25:41.580" v="91" actId="26606"/>
          <ac:spMkLst>
            <pc:docMk/>
            <pc:sldMk cId="3033744303" sldId="258"/>
            <ac:spMk id="27" creationId="{81E140AE-0ABF-47C8-BF32-7D2F0CF2BA44}"/>
          </ac:spMkLst>
        </pc:spChg>
        <pc:spChg chg="add del">
          <ac:chgData name="melvin sirleaf" userId="0e3fd1f203cc1720" providerId="LiveId" clId="{EEB4745E-E5F3-4E77-990C-5E5B0457FBAC}" dt="2026-07-16T00:25:45.592" v="94" actId="26606"/>
          <ac:spMkLst>
            <pc:docMk/>
            <pc:sldMk cId="3033744303" sldId="258"/>
            <ac:spMk id="28" creationId="{D5B0017B-2ECA-49AF-B397-DC140825DF8D}"/>
          </ac:spMkLst>
        </pc:spChg>
        <pc:spChg chg="add del">
          <ac:chgData name="melvin sirleaf" userId="0e3fd1f203cc1720" providerId="LiveId" clId="{EEB4745E-E5F3-4E77-990C-5E5B0457FBAC}" dt="2026-07-16T00:25:41.580" v="91" actId="26606"/>
          <ac:spMkLst>
            <pc:docMk/>
            <pc:sldMk cId="3033744303" sldId="258"/>
            <ac:spMk id="29" creationId="{CBC4F608-B4B8-48C3-9572-C0F061B1CD99}"/>
          </ac:spMkLst>
        </pc:spChg>
        <pc:spChg chg="add del">
          <ac:chgData name="melvin sirleaf" userId="0e3fd1f203cc1720" providerId="LiveId" clId="{EEB4745E-E5F3-4E77-990C-5E5B0457FBAC}" dt="2026-07-16T00:25:45.592" v="94" actId="26606"/>
          <ac:spMkLst>
            <pc:docMk/>
            <pc:sldMk cId="3033744303" sldId="258"/>
            <ac:spMk id="31" creationId="{B6CDA21F-E7AF-4C75-8395-33F58D5B0E45}"/>
          </ac:spMkLst>
        </pc:spChg>
        <pc:spChg chg="add del">
          <ac:chgData name="melvin sirleaf" userId="0e3fd1f203cc1720" providerId="LiveId" clId="{EEB4745E-E5F3-4E77-990C-5E5B0457FBAC}" dt="2026-07-16T00:25:55.658" v="96" actId="26606"/>
          <ac:spMkLst>
            <pc:docMk/>
            <pc:sldMk cId="3033744303" sldId="258"/>
            <ac:spMk id="35" creationId="{B50AB553-2A96-4A92-96F2-93548E096954}"/>
          </ac:spMkLst>
        </pc:spChg>
        <pc:spChg chg="add del">
          <ac:chgData name="melvin sirleaf" userId="0e3fd1f203cc1720" providerId="LiveId" clId="{EEB4745E-E5F3-4E77-990C-5E5B0457FBAC}" dt="2026-07-16T00:25:57.013" v="98" actId="26606"/>
          <ac:spMkLst>
            <pc:docMk/>
            <pc:sldMk cId="3033744303" sldId="258"/>
            <ac:spMk id="37" creationId="{C2554CA6-288E-4202-BC52-2E5A8F0C0AED}"/>
          </ac:spMkLst>
        </pc:spChg>
        <pc:spChg chg="add del">
          <ac:chgData name="melvin sirleaf" userId="0e3fd1f203cc1720" providerId="LiveId" clId="{EEB4745E-E5F3-4E77-990C-5E5B0457FBAC}" dt="2026-07-16T00:25:57.013" v="98" actId="26606"/>
          <ac:spMkLst>
            <pc:docMk/>
            <pc:sldMk cId="3033744303" sldId="258"/>
            <ac:spMk id="38" creationId="{B10BB131-AC8E-4A8E-A5D1-36260F720C3B}"/>
          </ac:spMkLst>
        </pc:spChg>
        <pc:spChg chg="add del">
          <ac:chgData name="melvin sirleaf" userId="0e3fd1f203cc1720" providerId="LiveId" clId="{EEB4745E-E5F3-4E77-990C-5E5B0457FBAC}" dt="2026-07-16T00:25:57.013" v="98" actId="26606"/>
          <ac:spMkLst>
            <pc:docMk/>
            <pc:sldMk cId="3033744303" sldId="258"/>
            <ac:spMk id="39" creationId="{FA23A907-97FB-4A8F-880A-DD77401C4296}"/>
          </ac:spMkLst>
        </pc:spChg>
        <pc:spChg chg="add del">
          <ac:chgData name="melvin sirleaf" userId="0e3fd1f203cc1720" providerId="LiveId" clId="{EEB4745E-E5F3-4E77-990C-5E5B0457FBAC}" dt="2026-07-16T00:25:57.013" v="98" actId="26606"/>
          <ac:spMkLst>
            <pc:docMk/>
            <pc:sldMk cId="3033744303" sldId="258"/>
            <ac:spMk id="40" creationId="{7115D1C2-6278-0282-16EE-5C937219ABC1}"/>
          </ac:spMkLst>
        </pc:spChg>
        <pc:spChg chg="add del">
          <ac:chgData name="melvin sirleaf" userId="0e3fd1f203cc1720" providerId="LiveId" clId="{EEB4745E-E5F3-4E77-990C-5E5B0457FBAC}" dt="2026-07-16T00:25:59.062" v="101" actId="26606"/>
          <ac:spMkLst>
            <pc:docMk/>
            <pc:sldMk cId="3033744303" sldId="258"/>
            <ac:spMk id="42" creationId="{B6CDA21F-E7AF-4C75-8395-33F58D5B0E45}"/>
          </ac:spMkLst>
        </pc:spChg>
        <pc:spChg chg="add del">
          <ac:chgData name="melvin sirleaf" userId="0e3fd1f203cc1720" providerId="LiveId" clId="{EEB4745E-E5F3-4E77-990C-5E5B0457FBAC}" dt="2026-07-16T00:25:59.062" v="101" actId="26606"/>
          <ac:spMkLst>
            <pc:docMk/>
            <pc:sldMk cId="3033744303" sldId="258"/>
            <ac:spMk id="45" creationId="{D5B0017B-2ECA-49AF-B397-DC140825DF8D}"/>
          </ac:spMkLst>
        </pc:spChg>
        <pc:spChg chg="add del mod">
          <ac:chgData name="melvin sirleaf" userId="0e3fd1f203cc1720" providerId="LiveId" clId="{EEB4745E-E5F3-4E77-990C-5E5B0457FBAC}" dt="2026-07-16T00:25:59.062" v="101" actId="26606"/>
          <ac:spMkLst>
            <pc:docMk/>
            <pc:sldMk cId="3033744303" sldId="258"/>
            <ac:spMk id="46" creationId="{7115D1C2-6278-0282-16EE-5C937219ABC1}"/>
          </ac:spMkLst>
        </pc:spChg>
        <pc:spChg chg="add del">
          <ac:chgData name="melvin sirleaf" userId="0e3fd1f203cc1720" providerId="LiveId" clId="{EEB4745E-E5F3-4E77-990C-5E5B0457FBAC}" dt="2026-07-16T00:26:08.132" v="103" actId="26606"/>
          <ac:spMkLst>
            <pc:docMk/>
            <pc:sldMk cId="3033744303" sldId="258"/>
            <ac:spMk id="49" creationId="{8B9AA7C6-5E5A-498E-A6DF-A943376E09BC}"/>
          </ac:spMkLst>
        </pc:spChg>
        <pc:spChg chg="add del">
          <ac:chgData name="melvin sirleaf" userId="0e3fd1f203cc1720" providerId="LiveId" clId="{EEB4745E-E5F3-4E77-990C-5E5B0457FBAC}" dt="2026-07-16T00:26:08.132" v="103" actId="26606"/>
          <ac:spMkLst>
            <pc:docMk/>
            <pc:sldMk cId="3033744303" sldId="258"/>
            <ac:spMk id="53" creationId="{81E140AE-0ABF-47C8-BF32-7D2F0CF2BA44}"/>
          </ac:spMkLst>
        </pc:spChg>
        <pc:spChg chg="add del">
          <ac:chgData name="melvin sirleaf" userId="0e3fd1f203cc1720" providerId="LiveId" clId="{EEB4745E-E5F3-4E77-990C-5E5B0457FBAC}" dt="2026-07-16T00:26:08.132" v="103" actId="26606"/>
          <ac:spMkLst>
            <pc:docMk/>
            <pc:sldMk cId="3033744303" sldId="258"/>
            <ac:spMk id="54" creationId="{CBC4F608-B4B8-48C3-9572-C0F061B1CD99}"/>
          </ac:spMkLst>
        </pc:spChg>
        <pc:spChg chg="add del">
          <ac:chgData name="melvin sirleaf" userId="0e3fd1f203cc1720" providerId="LiveId" clId="{EEB4745E-E5F3-4E77-990C-5E5B0457FBAC}" dt="2026-07-16T00:26:08.132" v="103" actId="26606"/>
          <ac:spMkLst>
            <pc:docMk/>
            <pc:sldMk cId="3033744303" sldId="258"/>
            <ac:spMk id="55" creationId="{7115D1C2-6278-0282-16EE-5C937219ABC1}"/>
          </ac:spMkLst>
        </pc:spChg>
        <pc:spChg chg="add del">
          <ac:chgData name="melvin sirleaf" userId="0e3fd1f203cc1720" providerId="LiveId" clId="{EEB4745E-E5F3-4E77-990C-5E5B0457FBAC}" dt="2026-07-16T00:27:43.351" v="113" actId="26606"/>
          <ac:spMkLst>
            <pc:docMk/>
            <pc:sldMk cId="3033744303" sldId="258"/>
            <ac:spMk id="58" creationId="{B50AB553-2A96-4A92-96F2-93548E096954}"/>
          </ac:spMkLst>
        </pc:spChg>
        <pc:spChg chg="add del">
          <ac:chgData name="melvin sirleaf" userId="0e3fd1f203cc1720" providerId="LiveId" clId="{EEB4745E-E5F3-4E77-990C-5E5B0457FBAC}" dt="2026-07-16T00:35:15.725" v="146" actId="26606"/>
          <ac:spMkLst>
            <pc:docMk/>
            <pc:sldMk cId="3033744303" sldId="258"/>
            <ac:spMk id="61" creationId="{B50AB553-2A96-4A92-96F2-93548E096954}"/>
          </ac:spMkLst>
        </pc:spChg>
        <pc:spChg chg="add del">
          <ac:chgData name="melvin sirleaf" userId="0e3fd1f203cc1720" providerId="LiveId" clId="{EEB4745E-E5F3-4E77-990C-5E5B0457FBAC}" dt="2026-07-16T00:35:12.193" v="143" actId="26606"/>
          <ac:spMkLst>
            <pc:docMk/>
            <pc:sldMk cId="3033744303" sldId="258"/>
            <ac:spMk id="63" creationId="{84ECDE7A-6944-466D-8FFE-149A29BA6BAE}"/>
          </ac:spMkLst>
        </pc:spChg>
        <pc:spChg chg="add del">
          <ac:chgData name="melvin sirleaf" userId="0e3fd1f203cc1720" providerId="LiveId" clId="{EEB4745E-E5F3-4E77-990C-5E5B0457FBAC}" dt="2026-07-16T00:27:01.209" v="108" actId="26606"/>
          <ac:spMkLst>
            <pc:docMk/>
            <pc:sldMk cId="3033744303" sldId="258"/>
            <ac:spMk id="64" creationId="{B50AB553-2A96-4A92-96F2-93548E096954}"/>
          </ac:spMkLst>
        </pc:spChg>
        <pc:spChg chg="add del">
          <ac:chgData name="melvin sirleaf" userId="0e3fd1f203cc1720" providerId="LiveId" clId="{EEB4745E-E5F3-4E77-990C-5E5B0457FBAC}" dt="2026-07-16T00:35:12.193" v="143" actId="26606"/>
          <ac:spMkLst>
            <pc:docMk/>
            <pc:sldMk cId="3033744303" sldId="258"/>
            <ac:spMk id="65" creationId="{55A52C45-1FCB-4636-A80F-2849B8226C01}"/>
          </ac:spMkLst>
        </pc:spChg>
        <pc:spChg chg="add del">
          <ac:chgData name="melvin sirleaf" userId="0e3fd1f203cc1720" providerId="LiveId" clId="{EEB4745E-E5F3-4E77-990C-5E5B0457FBAC}" dt="2026-07-16T00:35:12.193" v="143" actId="26606"/>
          <ac:spMkLst>
            <pc:docMk/>
            <pc:sldMk cId="3033744303" sldId="258"/>
            <ac:spMk id="67" creationId="{768EB4DD-3704-43AD-92B3-C4E0C6EA92CB}"/>
          </ac:spMkLst>
        </pc:spChg>
        <pc:spChg chg="add del">
          <ac:chgData name="melvin sirleaf" userId="0e3fd1f203cc1720" providerId="LiveId" clId="{EEB4745E-E5F3-4E77-990C-5E5B0457FBAC}" dt="2026-07-16T00:35:12.193" v="143" actId="26606"/>
          <ac:spMkLst>
            <pc:docMk/>
            <pc:sldMk cId="3033744303" sldId="258"/>
            <ac:spMk id="68" creationId="{B3420082-9415-44EC-802E-C77D71D59C57}"/>
          </ac:spMkLst>
        </pc:spChg>
        <pc:spChg chg="add del">
          <ac:chgData name="melvin sirleaf" userId="0e3fd1f203cc1720" providerId="LiveId" clId="{EEB4745E-E5F3-4E77-990C-5E5B0457FBAC}" dt="2026-07-16T00:27:13.687" v="110" actId="26606"/>
          <ac:spMkLst>
            <pc:docMk/>
            <pc:sldMk cId="3033744303" sldId="258"/>
            <ac:spMk id="69" creationId="{201CC55D-ED54-4C5C-95E6-10947BD1103B}"/>
          </ac:spMkLst>
        </pc:spChg>
        <pc:spChg chg="add del">
          <ac:chgData name="melvin sirleaf" userId="0e3fd1f203cc1720" providerId="LiveId" clId="{EEB4745E-E5F3-4E77-990C-5E5B0457FBAC}" dt="2026-07-16T00:27:13.687" v="110" actId="26606"/>
          <ac:spMkLst>
            <pc:docMk/>
            <pc:sldMk cId="3033744303" sldId="258"/>
            <ac:spMk id="70" creationId="{3873B707-463F-40B0-8227-E8CC6C67EB25}"/>
          </ac:spMkLst>
        </pc:spChg>
        <pc:spChg chg="add del">
          <ac:chgData name="melvin sirleaf" userId="0e3fd1f203cc1720" providerId="LiveId" clId="{EEB4745E-E5F3-4E77-990C-5E5B0457FBAC}" dt="2026-07-16T00:35:15.585" v="145" actId="26606"/>
          <ac:spMkLst>
            <pc:docMk/>
            <pc:sldMk cId="3033744303" sldId="258"/>
            <ac:spMk id="71" creationId="{257363FD-7E77-4145-9483-331A807ADF0E}"/>
          </ac:spMkLst>
        </pc:spChg>
        <pc:spChg chg="add del">
          <ac:chgData name="melvin sirleaf" userId="0e3fd1f203cc1720" providerId="LiveId" clId="{EEB4745E-E5F3-4E77-990C-5E5B0457FBAC}" dt="2026-07-16T00:27:13.687" v="110" actId="26606"/>
          <ac:spMkLst>
            <pc:docMk/>
            <pc:sldMk cId="3033744303" sldId="258"/>
            <ac:spMk id="72" creationId="{C13237C8-E62C-4F0D-A318-BD6FB6C2D138}"/>
          </ac:spMkLst>
        </pc:spChg>
        <pc:spChg chg="add del">
          <ac:chgData name="melvin sirleaf" userId="0e3fd1f203cc1720" providerId="LiveId" clId="{EEB4745E-E5F3-4E77-990C-5E5B0457FBAC}" dt="2026-07-16T00:56:30.287" v="245" actId="26606"/>
          <ac:spMkLst>
            <pc:docMk/>
            <pc:sldMk cId="3033744303" sldId="258"/>
            <ac:spMk id="73" creationId="{B50AB553-2A96-4A92-96F2-93548E096954}"/>
          </ac:spMkLst>
        </pc:spChg>
        <pc:spChg chg="add del">
          <ac:chgData name="melvin sirleaf" userId="0e3fd1f203cc1720" providerId="LiveId" clId="{EEB4745E-E5F3-4E77-990C-5E5B0457FBAC}" dt="2026-07-16T00:27:13.687" v="110" actId="26606"/>
          <ac:spMkLst>
            <pc:docMk/>
            <pc:sldMk cId="3033744303" sldId="258"/>
            <ac:spMk id="74" creationId="{19C9EAEA-39D0-4B0E-A0EB-51E7B26740B1}"/>
          </ac:spMkLst>
        </pc:spChg>
        <pc:spChg chg="add del">
          <ac:chgData name="melvin sirleaf" userId="0e3fd1f203cc1720" providerId="LiveId" clId="{EEB4745E-E5F3-4E77-990C-5E5B0457FBAC}" dt="2026-07-16T00:56:23.029" v="243" actId="26606"/>
          <ac:spMkLst>
            <pc:docMk/>
            <pc:sldMk cId="3033744303" sldId="258"/>
            <ac:spMk id="78" creationId="{45D37F4E-DDB4-456B-97E0-9937730A039F}"/>
          </ac:spMkLst>
        </pc:spChg>
        <pc:spChg chg="add del">
          <ac:chgData name="melvin sirleaf" userId="0e3fd1f203cc1720" providerId="LiveId" clId="{EEB4745E-E5F3-4E77-990C-5E5B0457FBAC}" dt="2026-07-16T00:56:23.029" v="243" actId="26606"/>
          <ac:spMkLst>
            <pc:docMk/>
            <pc:sldMk cId="3033744303" sldId="258"/>
            <ac:spMk id="80" creationId="{B2DD41CD-8F47-4F56-AD12-4E2FF7696987}"/>
          </ac:spMkLst>
        </pc:spChg>
        <pc:spChg chg="add del">
          <ac:chgData name="melvin sirleaf" userId="0e3fd1f203cc1720" providerId="LiveId" clId="{EEB4745E-E5F3-4E77-990C-5E5B0457FBAC}" dt="2026-07-16T00:56:30.287" v="245" actId="26606"/>
          <ac:spMkLst>
            <pc:docMk/>
            <pc:sldMk cId="3033744303" sldId="258"/>
            <ac:spMk id="82" creationId="{04812C46-200A-4DEB-A05E-3ED6C68C2387}"/>
          </ac:spMkLst>
        </pc:spChg>
        <pc:spChg chg="add del">
          <ac:chgData name="melvin sirleaf" userId="0e3fd1f203cc1720" providerId="LiveId" clId="{EEB4745E-E5F3-4E77-990C-5E5B0457FBAC}" dt="2026-07-16T00:56:30.287" v="245" actId="26606"/>
          <ac:spMkLst>
            <pc:docMk/>
            <pc:sldMk cId="3033744303" sldId="258"/>
            <ac:spMk id="83" creationId="{D1EA859B-E555-4109-94F3-6700E046E008}"/>
          </ac:spMkLst>
        </pc:spChg>
        <pc:grpChg chg="add del">
          <ac:chgData name="melvin sirleaf" userId="0e3fd1f203cc1720" providerId="LiveId" clId="{EEB4745E-E5F3-4E77-990C-5E5B0457FBAC}" dt="2026-07-16T00:26:08.214" v="104" actId="26606"/>
          <ac:grpSpMkLst>
            <pc:docMk/>
            <pc:sldMk cId="3033744303" sldId="258"/>
            <ac:grpSpMk id="10" creationId="{83EAB11A-76F7-48F4-9B4F-5BFDF4BF9670}"/>
          </ac:grpSpMkLst>
        </pc:grpChg>
        <pc:grpChg chg="add del">
          <ac:chgData name="melvin sirleaf" userId="0e3fd1f203cc1720" providerId="LiveId" clId="{EEB4745E-E5F3-4E77-990C-5E5B0457FBAC}" dt="2026-07-16T00:25:41.580" v="91" actId="26606"/>
          <ac:grpSpMkLst>
            <pc:docMk/>
            <pc:sldMk cId="3033744303" sldId="258"/>
            <ac:grpSpMk id="23" creationId="{83EAB11A-76F7-48F4-9B4F-5BFDF4BF9670}"/>
          </ac:grpSpMkLst>
        </pc:grpChg>
        <pc:grpChg chg="add del">
          <ac:chgData name="melvin sirleaf" userId="0e3fd1f203cc1720" providerId="LiveId" clId="{EEB4745E-E5F3-4E77-990C-5E5B0457FBAC}" dt="2026-07-16T00:25:45.592" v="94" actId="26606"/>
          <ac:grpSpMkLst>
            <pc:docMk/>
            <pc:sldMk cId="3033744303" sldId="258"/>
            <ac:grpSpMk id="32" creationId="{AE1C45F0-260A-458C-96ED-C1F6D2151219}"/>
          </ac:grpSpMkLst>
        </pc:grpChg>
        <pc:grpChg chg="add del">
          <ac:chgData name="melvin sirleaf" userId="0e3fd1f203cc1720" providerId="LiveId" clId="{EEB4745E-E5F3-4E77-990C-5E5B0457FBAC}" dt="2026-07-16T00:25:59.062" v="101" actId="26606"/>
          <ac:grpSpMkLst>
            <pc:docMk/>
            <pc:sldMk cId="3033744303" sldId="258"/>
            <ac:grpSpMk id="43" creationId="{AE1C45F0-260A-458C-96ED-C1F6D2151219}"/>
          </ac:grpSpMkLst>
        </pc:grpChg>
        <pc:grpChg chg="add del">
          <ac:chgData name="melvin sirleaf" userId="0e3fd1f203cc1720" providerId="LiveId" clId="{EEB4745E-E5F3-4E77-990C-5E5B0457FBAC}" dt="2026-07-16T00:26:08.132" v="103" actId="26606"/>
          <ac:grpSpMkLst>
            <pc:docMk/>
            <pc:sldMk cId="3033744303" sldId="258"/>
            <ac:grpSpMk id="50" creationId="{83EAB11A-76F7-48F4-9B4F-5BFDF4BF9670}"/>
          </ac:grpSpMkLst>
        </pc:grpChg>
        <pc:grpChg chg="add del">
          <ac:chgData name="melvin sirleaf" userId="0e3fd1f203cc1720" providerId="LiveId" clId="{EEB4745E-E5F3-4E77-990C-5E5B0457FBAC}" dt="2026-07-16T00:27:13.687" v="110" actId="26606"/>
          <ac:grpSpMkLst>
            <pc:docMk/>
            <pc:sldMk cId="3033744303" sldId="258"/>
            <ac:grpSpMk id="66" creationId="{1DE889C7-FAD6-4397-98E2-05D503484459}"/>
          </ac:grpSpMkLst>
        </pc:grpChg>
        <pc:graphicFrameChg chg="add del">
          <ac:chgData name="melvin sirleaf" userId="0e3fd1f203cc1720" providerId="LiveId" clId="{EEB4745E-E5F3-4E77-990C-5E5B0457FBAC}" dt="2026-07-16T00:25:55.658" v="96" actId="26606"/>
          <ac:graphicFrameMkLst>
            <pc:docMk/>
            <pc:sldMk cId="3033744303" sldId="258"/>
            <ac:graphicFrameMk id="18" creationId="{444A7604-6D7B-0D56-BF1F-667FE9D3810F}"/>
          </ac:graphicFrameMkLst>
        </pc:graphicFrameChg>
        <pc:graphicFrameChg chg="add mod modGraphic">
          <ac:chgData name="melvin sirleaf" userId="0e3fd1f203cc1720" providerId="LiveId" clId="{EEB4745E-E5F3-4E77-990C-5E5B0457FBAC}" dt="2026-07-16T00:57:03.855" v="248" actId="1076"/>
          <ac:graphicFrameMkLst>
            <pc:docMk/>
            <pc:sldMk cId="3033744303" sldId="258"/>
            <ac:graphicFrameMk id="59" creationId="{444A7604-6D7B-0D56-BF1F-667FE9D3810F}"/>
          </ac:graphicFrameMkLst>
        </pc:graphicFrameChg>
        <pc:picChg chg="add del">
          <ac:chgData name="melvin sirleaf" userId="0e3fd1f203cc1720" providerId="LiveId" clId="{EEB4745E-E5F3-4E77-990C-5E5B0457FBAC}" dt="2026-07-16T00:25:55.658" v="96" actId="26606"/>
          <ac:picMkLst>
            <pc:docMk/>
            <pc:sldMk cId="3033744303" sldId="258"/>
            <ac:picMk id="19" creationId="{126AEED7-2B31-5016-BA1E-C25ED853B26A}"/>
          </ac:picMkLst>
        </pc:picChg>
        <pc:picChg chg="add mod ord">
          <ac:chgData name="melvin sirleaf" userId="0e3fd1f203cc1720" providerId="LiveId" clId="{EEB4745E-E5F3-4E77-990C-5E5B0457FBAC}" dt="2026-07-16T00:56:30.287" v="245" actId="26606"/>
          <ac:picMkLst>
            <pc:docMk/>
            <pc:sldMk cId="3033744303" sldId="258"/>
            <ac:picMk id="57" creationId="{126AEED7-2B31-5016-BA1E-C25ED853B26A}"/>
          </ac:picMkLst>
        </pc:picChg>
        <pc:cxnChg chg="add del">
          <ac:chgData name="melvin sirleaf" userId="0e3fd1f203cc1720" providerId="LiveId" clId="{EEB4745E-E5F3-4E77-990C-5E5B0457FBAC}" dt="2026-07-16T00:25:45.592" v="94" actId="26606"/>
          <ac:cxnSpMkLst>
            <pc:docMk/>
            <pc:sldMk cId="3033744303" sldId="258"/>
            <ac:cxnSpMk id="30" creationId="{6CF1BAF6-AD41-4082-B212-8A1F9A2E8779}"/>
          </ac:cxnSpMkLst>
        </pc:cxnChg>
      </pc:sldChg>
      <pc:sldChg chg="addSp delSp modSp mod setBg">
        <pc:chgData name="melvin sirleaf" userId="0e3fd1f203cc1720" providerId="LiveId" clId="{EEB4745E-E5F3-4E77-990C-5E5B0457FBAC}" dt="2026-07-16T00:57:45.219" v="249" actId="207"/>
        <pc:sldMkLst>
          <pc:docMk/>
          <pc:sldMk cId="986394374" sldId="259"/>
        </pc:sldMkLst>
        <pc:spChg chg="mod">
          <ac:chgData name="melvin sirleaf" userId="0e3fd1f203cc1720" providerId="LiveId" clId="{EEB4745E-E5F3-4E77-990C-5E5B0457FBAC}" dt="2026-07-16T00:57:45.219" v="249" actId="207"/>
          <ac:spMkLst>
            <pc:docMk/>
            <pc:sldMk cId="986394374" sldId="259"/>
            <ac:spMk id="2" creationId="{5DC95A2C-3AEE-54E8-E5C1-6AC24A0707B4}"/>
          </ac:spMkLst>
        </pc:spChg>
        <pc:spChg chg="add del mod">
          <ac:chgData name="melvin sirleaf" userId="0e3fd1f203cc1720" providerId="LiveId" clId="{EEB4745E-E5F3-4E77-990C-5E5B0457FBAC}" dt="2026-07-16T00:29:34.331" v="124" actId="26606"/>
          <ac:spMkLst>
            <pc:docMk/>
            <pc:sldMk cId="986394374" sldId="259"/>
            <ac:spMk id="3" creationId="{FE44F215-D4B9-1834-8212-7B86E4C914AF}"/>
          </ac:spMkLst>
        </pc:spChg>
        <pc:spChg chg="add del">
          <ac:chgData name="melvin sirleaf" userId="0e3fd1f203cc1720" providerId="LiveId" clId="{EEB4745E-E5F3-4E77-990C-5E5B0457FBAC}" dt="2026-07-16T00:31:59.222" v="132" actId="26606"/>
          <ac:spMkLst>
            <pc:docMk/>
            <pc:sldMk cId="986394374" sldId="259"/>
            <ac:spMk id="8" creationId="{B6CDA21F-E7AF-4C75-8395-33F58D5B0E45}"/>
          </ac:spMkLst>
        </pc:spChg>
        <pc:spChg chg="add del">
          <ac:chgData name="melvin sirleaf" userId="0e3fd1f203cc1720" providerId="LiveId" clId="{EEB4745E-E5F3-4E77-990C-5E5B0457FBAC}" dt="2026-07-16T00:31:59.222" v="132" actId="26606"/>
          <ac:spMkLst>
            <pc:docMk/>
            <pc:sldMk cId="986394374" sldId="259"/>
            <ac:spMk id="15" creationId="{D5B0017B-2ECA-49AF-B397-DC140825DF8D}"/>
          </ac:spMkLst>
        </pc:spChg>
        <pc:spChg chg="add del">
          <ac:chgData name="melvin sirleaf" userId="0e3fd1f203cc1720" providerId="LiveId" clId="{EEB4745E-E5F3-4E77-990C-5E5B0457FBAC}" dt="2026-07-16T00:31:48.463" v="129" actId="26606"/>
          <ac:spMkLst>
            <pc:docMk/>
            <pc:sldMk cId="986394374" sldId="259"/>
            <ac:spMk id="26" creationId="{955A2079-FA98-4876-80F0-72364A7D2EA4}"/>
          </ac:spMkLst>
        </pc:spChg>
        <pc:spChg chg="add del">
          <ac:chgData name="melvin sirleaf" userId="0e3fd1f203cc1720" providerId="LiveId" clId="{EEB4745E-E5F3-4E77-990C-5E5B0457FBAC}" dt="2026-07-16T00:31:59.058" v="131" actId="26606"/>
          <ac:spMkLst>
            <pc:docMk/>
            <pc:sldMk cId="986394374" sldId="259"/>
            <ac:spMk id="28" creationId="{6C4028FD-8BAA-4A19-BFDE-594D991B7552}"/>
          </ac:spMkLst>
        </pc:spChg>
        <pc:spChg chg="add del">
          <ac:chgData name="melvin sirleaf" userId="0e3fd1f203cc1720" providerId="LiveId" clId="{EEB4745E-E5F3-4E77-990C-5E5B0457FBAC}" dt="2026-07-16T00:34:12.666" v="141" actId="26606"/>
          <ac:spMkLst>
            <pc:docMk/>
            <pc:sldMk cId="986394374" sldId="259"/>
            <ac:spMk id="30" creationId="{DCC231C8-C761-4B31-9B1C-C6D19248C6B3}"/>
          </ac:spMkLst>
        </pc:spChg>
        <pc:spChg chg="add del">
          <ac:chgData name="melvin sirleaf" userId="0e3fd1f203cc1720" providerId="LiveId" clId="{EEB4745E-E5F3-4E77-990C-5E5B0457FBAC}" dt="2026-07-16T00:36:41.480" v="152" actId="26606"/>
          <ac:spMkLst>
            <pc:docMk/>
            <pc:sldMk cId="986394374" sldId="259"/>
            <ac:spMk id="36" creationId="{B50AB553-2A96-4A92-96F2-93548E096954}"/>
          </ac:spMkLst>
        </pc:spChg>
        <pc:spChg chg="add del">
          <ac:chgData name="melvin sirleaf" userId="0e3fd1f203cc1720" providerId="LiveId" clId="{EEB4745E-E5F3-4E77-990C-5E5B0457FBAC}" dt="2026-07-16T00:36:31.619" v="149" actId="26606"/>
          <ac:spMkLst>
            <pc:docMk/>
            <pc:sldMk cId="986394374" sldId="259"/>
            <ac:spMk id="41" creationId="{B50AB553-2A96-4A92-96F2-93548E096954}"/>
          </ac:spMkLst>
        </pc:spChg>
        <pc:spChg chg="add del">
          <ac:chgData name="melvin sirleaf" userId="0e3fd1f203cc1720" providerId="LiveId" clId="{EEB4745E-E5F3-4E77-990C-5E5B0457FBAC}" dt="2026-07-16T00:36:41.375" v="151" actId="26606"/>
          <ac:spMkLst>
            <pc:docMk/>
            <pc:sldMk cId="986394374" sldId="259"/>
            <ac:spMk id="43" creationId="{B50AB553-2A96-4A92-96F2-93548E096954}"/>
          </ac:spMkLst>
        </pc:spChg>
        <pc:spChg chg="add">
          <ac:chgData name="melvin sirleaf" userId="0e3fd1f203cc1720" providerId="LiveId" clId="{EEB4745E-E5F3-4E77-990C-5E5B0457FBAC}" dt="2026-07-16T00:36:41.480" v="152" actId="26606"/>
          <ac:spMkLst>
            <pc:docMk/>
            <pc:sldMk cId="986394374" sldId="259"/>
            <ac:spMk id="45" creationId="{B50AB553-2A96-4A92-96F2-93548E096954}"/>
          </ac:spMkLst>
        </pc:spChg>
        <pc:grpChg chg="add del">
          <ac:chgData name="melvin sirleaf" userId="0e3fd1f203cc1720" providerId="LiveId" clId="{EEB4745E-E5F3-4E77-990C-5E5B0457FBAC}" dt="2026-07-16T00:31:59.222" v="132" actId="26606"/>
          <ac:grpSpMkLst>
            <pc:docMk/>
            <pc:sldMk cId="986394374" sldId="259"/>
            <ac:grpSpMk id="10" creationId="{AE1C45F0-260A-458C-96ED-C1F6D2151219}"/>
          </ac:grpSpMkLst>
        </pc:grpChg>
        <pc:graphicFrameChg chg="add del">
          <ac:chgData name="melvin sirleaf" userId="0e3fd1f203cc1720" providerId="LiveId" clId="{EEB4745E-E5F3-4E77-990C-5E5B0457FBAC}" dt="2026-07-16T00:29:34.282" v="123" actId="26606"/>
          <ac:graphicFrameMkLst>
            <pc:docMk/>
            <pc:sldMk cId="986394374" sldId="259"/>
            <ac:graphicFrameMk id="19" creationId="{D7879DD4-2107-E7E8-3EB6-A618DE3C2BCE}"/>
          </ac:graphicFrameMkLst>
        </pc:graphicFrameChg>
        <pc:graphicFrameChg chg="add mod modGraphic">
          <ac:chgData name="melvin sirleaf" userId="0e3fd1f203cc1720" providerId="LiveId" clId="{EEB4745E-E5F3-4E77-990C-5E5B0457FBAC}" dt="2026-07-16T00:36:41.480" v="152" actId="26606"/>
          <ac:graphicFrameMkLst>
            <pc:docMk/>
            <pc:sldMk cId="986394374" sldId="259"/>
            <ac:graphicFrameMk id="21" creationId="{3FB1BB68-2A76-18AC-461C-FD6A8C2B6AE9}"/>
          </ac:graphicFrameMkLst>
        </pc:graphicFrameChg>
        <pc:picChg chg="add mod">
          <ac:chgData name="melvin sirleaf" userId="0e3fd1f203cc1720" providerId="LiveId" clId="{EEB4745E-E5F3-4E77-990C-5E5B0457FBAC}" dt="2026-07-16T00:36:41.375" v="151" actId="26606"/>
          <ac:picMkLst>
            <pc:docMk/>
            <pc:sldMk cId="986394374" sldId="259"/>
            <ac:picMk id="32" creationId="{5EAFE936-AD7F-FDCC-508A-DFC87C525A62}"/>
          </ac:picMkLst>
        </pc:picChg>
        <pc:cxnChg chg="add del">
          <ac:chgData name="melvin sirleaf" userId="0e3fd1f203cc1720" providerId="LiveId" clId="{EEB4745E-E5F3-4E77-990C-5E5B0457FBAC}" dt="2026-07-16T00:31:59.222" v="132" actId="26606"/>
          <ac:cxnSpMkLst>
            <pc:docMk/>
            <pc:sldMk cId="986394374" sldId="259"/>
            <ac:cxnSpMk id="17" creationId="{6CF1BAF6-AD41-4082-B212-8A1F9A2E8779}"/>
          </ac:cxnSpMkLst>
        </pc:cxnChg>
      </pc:sldChg>
      <pc:sldChg chg="addSp delSp modSp mod setBg">
        <pc:chgData name="melvin sirleaf" userId="0e3fd1f203cc1720" providerId="LiveId" clId="{EEB4745E-E5F3-4E77-990C-5E5B0457FBAC}" dt="2026-07-16T00:58:21.628" v="253" actId="207"/>
        <pc:sldMkLst>
          <pc:docMk/>
          <pc:sldMk cId="2507150225" sldId="260"/>
        </pc:sldMkLst>
        <pc:spChg chg="mod">
          <ac:chgData name="melvin sirleaf" userId="0e3fd1f203cc1720" providerId="LiveId" clId="{EEB4745E-E5F3-4E77-990C-5E5B0457FBAC}" dt="2026-07-16T00:58:21.628" v="253" actId="207"/>
          <ac:spMkLst>
            <pc:docMk/>
            <pc:sldMk cId="2507150225" sldId="260"/>
            <ac:spMk id="2" creationId="{008718B2-B828-BC19-D0B4-1AC996B5C89A}"/>
          </ac:spMkLst>
        </pc:spChg>
        <pc:spChg chg="del mod">
          <ac:chgData name="melvin sirleaf" userId="0e3fd1f203cc1720" providerId="LiveId" clId="{EEB4745E-E5F3-4E77-990C-5E5B0457FBAC}" dt="2026-07-16T00:33:54.171" v="140" actId="26606"/>
          <ac:spMkLst>
            <pc:docMk/>
            <pc:sldMk cId="2507150225" sldId="260"/>
            <ac:spMk id="3" creationId="{0090F96A-C01E-2A8C-EB16-A769B1AF2535}"/>
          </ac:spMkLst>
        </pc:spChg>
        <pc:spChg chg="add del">
          <ac:chgData name="melvin sirleaf" userId="0e3fd1f203cc1720" providerId="LiveId" clId="{EEB4745E-E5F3-4E77-990C-5E5B0457FBAC}" dt="2026-07-16T00:37:31.409" v="155" actId="26606"/>
          <ac:spMkLst>
            <pc:docMk/>
            <pc:sldMk cId="2507150225" sldId="260"/>
            <ac:spMk id="8" creationId="{B6CDA21F-E7AF-4C75-8395-33F58D5B0E45}"/>
          </ac:spMkLst>
        </pc:spChg>
        <pc:spChg chg="add del">
          <ac:chgData name="melvin sirleaf" userId="0e3fd1f203cc1720" providerId="LiveId" clId="{EEB4745E-E5F3-4E77-990C-5E5B0457FBAC}" dt="2026-07-16T00:33:11.970" v="135" actId="26606"/>
          <ac:spMkLst>
            <pc:docMk/>
            <pc:sldMk cId="2507150225" sldId="260"/>
            <ac:spMk id="9" creationId="{D1D34770-47A8-402C-AF23-2B653F2D88C1}"/>
          </ac:spMkLst>
        </pc:spChg>
        <pc:spChg chg="add del">
          <ac:chgData name="melvin sirleaf" userId="0e3fd1f203cc1720" providerId="LiveId" clId="{EEB4745E-E5F3-4E77-990C-5E5B0457FBAC}" dt="2026-07-16T00:37:31.409" v="155" actId="26606"/>
          <ac:spMkLst>
            <pc:docMk/>
            <pc:sldMk cId="2507150225" sldId="260"/>
            <ac:spMk id="15" creationId="{D5B0017B-2ECA-49AF-B397-DC140825DF8D}"/>
          </ac:spMkLst>
        </pc:spChg>
        <pc:spChg chg="add del">
          <ac:chgData name="melvin sirleaf" userId="0e3fd1f203cc1720" providerId="LiveId" clId="{EEB4745E-E5F3-4E77-990C-5E5B0457FBAC}" dt="2026-07-16T00:37:31.353" v="154" actId="26606"/>
          <ac:spMkLst>
            <pc:docMk/>
            <pc:sldMk cId="2507150225" sldId="260"/>
            <ac:spMk id="24" creationId="{6C4028FD-8BAA-4A19-BFDE-594D991B7552}"/>
          </ac:spMkLst>
        </pc:spChg>
        <pc:spChg chg="add">
          <ac:chgData name="melvin sirleaf" userId="0e3fd1f203cc1720" providerId="LiveId" clId="{EEB4745E-E5F3-4E77-990C-5E5B0457FBAC}" dt="2026-07-16T00:37:31.409" v="155" actId="26606"/>
          <ac:spMkLst>
            <pc:docMk/>
            <pc:sldMk cId="2507150225" sldId="260"/>
            <ac:spMk id="26" creationId="{B6CDA21F-E7AF-4C75-8395-33F58D5B0E45}"/>
          </ac:spMkLst>
        </pc:spChg>
        <pc:spChg chg="add">
          <ac:chgData name="melvin sirleaf" userId="0e3fd1f203cc1720" providerId="LiveId" clId="{EEB4745E-E5F3-4E77-990C-5E5B0457FBAC}" dt="2026-07-16T00:37:31.409" v="155" actId="26606"/>
          <ac:spMkLst>
            <pc:docMk/>
            <pc:sldMk cId="2507150225" sldId="260"/>
            <ac:spMk id="31" creationId="{D5B0017B-2ECA-49AF-B397-DC140825DF8D}"/>
          </ac:spMkLst>
        </pc:spChg>
        <pc:grpChg chg="add del">
          <ac:chgData name="melvin sirleaf" userId="0e3fd1f203cc1720" providerId="LiveId" clId="{EEB4745E-E5F3-4E77-990C-5E5B0457FBAC}" dt="2026-07-16T00:37:31.409" v="155" actId="26606"/>
          <ac:grpSpMkLst>
            <pc:docMk/>
            <pc:sldMk cId="2507150225" sldId="260"/>
            <ac:grpSpMk id="10" creationId="{AE1C45F0-260A-458C-96ED-C1F6D2151219}"/>
          </ac:grpSpMkLst>
        </pc:grpChg>
        <pc:grpChg chg="add">
          <ac:chgData name="melvin sirleaf" userId="0e3fd1f203cc1720" providerId="LiveId" clId="{EEB4745E-E5F3-4E77-990C-5E5B0457FBAC}" dt="2026-07-16T00:37:31.409" v="155" actId="26606"/>
          <ac:grpSpMkLst>
            <pc:docMk/>
            <pc:sldMk cId="2507150225" sldId="260"/>
            <ac:grpSpMk id="27" creationId="{AE1C45F0-260A-458C-96ED-C1F6D2151219}"/>
          </ac:grpSpMkLst>
        </pc:grpChg>
        <pc:graphicFrameChg chg="add mod modGraphic">
          <ac:chgData name="melvin sirleaf" userId="0e3fd1f203cc1720" providerId="LiveId" clId="{EEB4745E-E5F3-4E77-990C-5E5B0457FBAC}" dt="2026-07-16T00:37:31.409" v="155" actId="26606"/>
          <ac:graphicFrameMkLst>
            <pc:docMk/>
            <pc:sldMk cId="2507150225" sldId="260"/>
            <ac:graphicFrameMk id="19" creationId="{342E7A0D-1790-D9CB-DDE7-ECFC7C618D57}"/>
          </ac:graphicFrameMkLst>
        </pc:graphicFrameChg>
        <pc:picChg chg="add del">
          <ac:chgData name="melvin sirleaf" userId="0e3fd1f203cc1720" providerId="LiveId" clId="{EEB4745E-E5F3-4E77-990C-5E5B0457FBAC}" dt="2026-07-16T00:33:11.970" v="135" actId="26606"/>
          <ac:picMkLst>
            <pc:docMk/>
            <pc:sldMk cId="2507150225" sldId="260"/>
            <ac:picMk id="5" creationId="{88E234AC-1818-C69E-1E24-E16294B8D08D}"/>
          </ac:picMkLst>
        </pc:picChg>
        <pc:cxnChg chg="add del">
          <ac:chgData name="melvin sirleaf" userId="0e3fd1f203cc1720" providerId="LiveId" clId="{EEB4745E-E5F3-4E77-990C-5E5B0457FBAC}" dt="2026-07-16T00:37:31.409" v="155" actId="26606"/>
          <ac:cxnSpMkLst>
            <pc:docMk/>
            <pc:sldMk cId="2507150225" sldId="260"/>
            <ac:cxnSpMk id="17" creationId="{6CF1BAF6-AD41-4082-B212-8A1F9A2E8779}"/>
          </ac:cxnSpMkLst>
        </pc:cxnChg>
        <pc:cxnChg chg="add">
          <ac:chgData name="melvin sirleaf" userId="0e3fd1f203cc1720" providerId="LiveId" clId="{EEB4745E-E5F3-4E77-990C-5E5B0457FBAC}" dt="2026-07-16T00:37:31.409" v="155" actId="26606"/>
          <ac:cxnSpMkLst>
            <pc:docMk/>
            <pc:sldMk cId="2507150225" sldId="260"/>
            <ac:cxnSpMk id="32" creationId="{6CF1BAF6-AD41-4082-B212-8A1F9A2E8779}"/>
          </ac:cxnSpMkLst>
        </pc:cxnChg>
      </pc:sldChg>
      <pc:sldChg chg="addSp delSp modSp mod">
        <pc:chgData name="melvin sirleaf" userId="0e3fd1f203cc1720" providerId="LiveId" clId="{EEB4745E-E5F3-4E77-990C-5E5B0457FBAC}" dt="2026-07-16T00:42:37.780" v="179" actId="255"/>
        <pc:sldMkLst>
          <pc:docMk/>
          <pc:sldMk cId="465374490" sldId="261"/>
        </pc:sldMkLst>
        <pc:spChg chg="mod">
          <ac:chgData name="melvin sirleaf" userId="0e3fd1f203cc1720" providerId="LiveId" clId="{EEB4745E-E5F3-4E77-990C-5E5B0457FBAC}" dt="2026-07-16T00:39:51.368" v="167" actId="207"/>
          <ac:spMkLst>
            <pc:docMk/>
            <pc:sldMk cId="465374490" sldId="261"/>
            <ac:spMk id="2" creationId="{1CAC700A-BC85-6878-5F35-E7899CB74725}"/>
          </ac:spMkLst>
        </pc:spChg>
        <pc:spChg chg="mod">
          <ac:chgData name="melvin sirleaf" userId="0e3fd1f203cc1720" providerId="LiveId" clId="{EEB4745E-E5F3-4E77-990C-5E5B0457FBAC}" dt="2026-07-16T00:42:37.780" v="179" actId="255"/>
          <ac:spMkLst>
            <pc:docMk/>
            <pc:sldMk cId="465374490" sldId="261"/>
            <ac:spMk id="3" creationId="{CF8ADFD5-8D8B-0041-0129-3BD1A1EFF31C}"/>
          </ac:spMkLst>
        </pc:spChg>
        <pc:spChg chg="mod">
          <ac:chgData name="melvin sirleaf" userId="0e3fd1f203cc1720" providerId="LiveId" clId="{EEB4745E-E5F3-4E77-990C-5E5B0457FBAC}" dt="2026-07-16T00:41:37.962" v="177" actId="1076"/>
          <ac:spMkLst>
            <pc:docMk/>
            <pc:sldMk cId="465374490" sldId="261"/>
            <ac:spMk id="11" creationId="{116AF3C7-F79E-1B29-D2AF-C5FA60989FCE}"/>
          </ac:spMkLst>
        </pc:spChg>
        <pc:spChg chg="add del mod">
          <ac:chgData name="melvin sirleaf" userId="0e3fd1f203cc1720" providerId="LiveId" clId="{EEB4745E-E5F3-4E77-990C-5E5B0457FBAC}" dt="2026-07-15T23:44:26.937" v="32"/>
          <ac:spMkLst>
            <pc:docMk/>
            <pc:sldMk cId="465374490" sldId="261"/>
            <ac:spMk id="12" creationId="{9E79B73C-A93D-1459-4639-D4C81A76E78F}"/>
          </ac:spMkLst>
        </pc:spChg>
        <pc:spChg chg="add mod">
          <ac:chgData name="melvin sirleaf" userId="0e3fd1f203cc1720" providerId="LiveId" clId="{EEB4745E-E5F3-4E77-990C-5E5B0457FBAC}" dt="2026-07-16T00:41:06.044" v="173" actId="255"/>
          <ac:spMkLst>
            <pc:docMk/>
            <pc:sldMk cId="465374490" sldId="261"/>
            <ac:spMk id="13" creationId="{52F74EBE-4CFA-421F-D4ED-EBB0DB8E6AB8}"/>
          </ac:spMkLst>
        </pc:spChg>
        <pc:picChg chg="mod">
          <ac:chgData name="melvin sirleaf" userId="0e3fd1f203cc1720" providerId="LiveId" clId="{EEB4745E-E5F3-4E77-990C-5E5B0457FBAC}" dt="2026-07-15T23:44:22.127" v="29" actId="1076"/>
          <ac:picMkLst>
            <pc:docMk/>
            <pc:sldMk cId="465374490" sldId="261"/>
            <ac:picMk id="7" creationId="{C38BB604-BBDD-9898-5234-879B71827C2E}"/>
          </ac:picMkLst>
        </pc:picChg>
        <pc:picChg chg="mod">
          <ac:chgData name="melvin sirleaf" userId="0e3fd1f203cc1720" providerId="LiveId" clId="{EEB4745E-E5F3-4E77-990C-5E5B0457FBAC}" dt="2026-07-15T23:42:54.601" v="10" actId="14100"/>
          <ac:picMkLst>
            <pc:docMk/>
            <pc:sldMk cId="465374490" sldId="261"/>
            <ac:picMk id="9" creationId="{CB505196-467A-822E-E4AF-AFE3646DD00E}"/>
          </ac:picMkLst>
        </pc:picChg>
      </pc:sldChg>
      <pc:sldChg chg="addSp modSp mod">
        <pc:chgData name="melvin sirleaf" userId="0e3fd1f203cc1720" providerId="LiveId" clId="{EEB4745E-E5F3-4E77-990C-5E5B0457FBAC}" dt="2026-07-16T00:44:38.711" v="194" actId="1076"/>
        <pc:sldMkLst>
          <pc:docMk/>
          <pc:sldMk cId="2395319218" sldId="262"/>
        </pc:sldMkLst>
        <pc:spChg chg="mod">
          <ac:chgData name="melvin sirleaf" userId="0e3fd1f203cc1720" providerId="LiveId" clId="{EEB4745E-E5F3-4E77-990C-5E5B0457FBAC}" dt="2026-07-16T00:41:56.982" v="178" actId="207"/>
          <ac:spMkLst>
            <pc:docMk/>
            <pc:sldMk cId="2395319218" sldId="262"/>
            <ac:spMk id="2" creationId="{2596D2B2-B835-CF82-5C91-A9B7B02653CC}"/>
          </ac:spMkLst>
        </pc:spChg>
        <pc:spChg chg="mod">
          <ac:chgData name="melvin sirleaf" userId="0e3fd1f203cc1720" providerId="LiveId" clId="{EEB4745E-E5F3-4E77-990C-5E5B0457FBAC}" dt="2026-07-16T00:44:15.682" v="193" actId="20577"/>
          <ac:spMkLst>
            <pc:docMk/>
            <pc:sldMk cId="2395319218" sldId="262"/>
            <ac:spMk id="3" creationId="{2388CD12-A9BA-4B47-5602-B35AEDC3FE38}"/>
          </ac:spMkLst>
        </pc:spChg>
        <pc:spChg chg="mod">
          <ac:chgData name="melvin sirleaf" userId="0e3fd1f203cc1720" providerId="LiveId" clId="{EEB4745E-E5F3-4E77-990C-5E5B0457FBAC}" dt="2026-07-16T00:44:38.711" v="194" actId="1076"/>
          <ac:spMkLst>
            <pc:docMk/>
            <pc:sldMk cId="2395319218" sldId="262"/>
            <ac:spMk id="9" creationId="{4B49E12E-11E6-9C1B-EC88-208AEF26710F}"/>
          </ac:spMkLst>
        </pc:spChg>
        <pc:spChg chg="add mod">
          <ac:chgData name="melvin sirleaf" userId="0e3fd1f203cc1720" providerId="LiveId" clId="{EEB4745E-E5F3-4E77-990C-5E5B0457FBAC}" dt="2026-07-16T00:43:14.342" v="185" actId="113"/>
          <ac:spMkLst>
            <pc:docMk/>
            <pc:sldMk cId="2395319218" sldId="262"/>
            <ac:spMk id="11" creationId="{C7097CCC-D348-F7C4-99C8-342B760EEBAC}"/>
          </ac:spMkLst>
        </pc:spChg>
        <pc:picChg chg="mod">
          <ac:chgData name="melvin sirleaf" userId="0e3fd1f203cc1720" providerId="LiveId" clId="{EEB4745E-E5F3-4E77-990C-5E5B0457FBAC}" dt="2026-07-15T23:44:38.814" v="33" actId="14100"/>
          <ac:picMkLst>
            <pc:docMk/>
            <pc:sldMk cId="2395319218" sldId="262"/>
            <ac:picMk id="7" creationId="{3A20CF26-2EB4-AADA-4DF0-F743768A2E1F}"/>
          </ac:picMkLst>
        </pc:picChg>
      </pc:sldChg>
      <pc:sldChg chg="addSp modSp mod">
        <pc:chgData name="melvin sirleaf" userId="0e3fd1f203cc1720" providerId="LiveId" clId="{EEB4745E-E5F3-4E77-990C-5E5B0457FBAC}" dt="2026-07-16T00:58:52.400" v="255" actId="14100"/>
        <pc:sldMkLst>
          <pc:docMk/>
          <pc:sldMk cId="3856459817" sldId="263"/>
        </pc:sldMkLst>
        <pc:spChg chg="mod">
          <ac:chgData name="melvin sirleaf" userId="0e3fd1f203cc1720" providerId="LiveId" clId="{EEB4745E-E5F3-4E77-990C-5E5B0457FBAC}" dt="2026-07-16T00:58:52.400" v="255" actId="14100"/>
          <ac:spMkLst>
            <pc:docMk/>
            <pc:sldMk cId="3856459817" sldId="263"/>
            <ac:spMk id="2" creationId="{5B1D6E56-9287-F89A-5383-95B139C068D7}"/>
          </ac:spMkLst>
        </pc:spChg>
        <pc:spChg chg="mod">
          <ac:chgData name="melvin sirleaf" userId="0e3fd1f203cc1720" providerId="LiveId" clId="{EEB4745E-E5F3-4E77-990C-5E5B0457FBAC}" dt="2026-07-16T00:45:54.876" v="199" actId="113"/>
          <ac:spMkLst>
            <pc:docMk/>
            <pc:sldMk cId="3856459817" sldId="263"/>
            <ac:spMk id="3" creationId="{0158A993-D1B6-D988-E256-1838B0BB11C7}"/>
          </ac:spMkLst>
        </pc:spChg>
        <pc:spChg chg="mod">
          <ac:chgData name="melvin sirleaf" userId="0e3fd1f203cc1720" providerId="LiveId" clId="{EEB4745E-E5F3-4E77-990C-5E5B0457FBAC}" dt="2026-07-16T00:46:10.479" v="201" actId="1076"/>
          <ac:spMkLst>
            <pc:docMk/>
            <pc:sldMk cId="3856459817" sldId="263"/>
            <ac:spMk id="9" creationId="{50174437-D551-829D-B75A-C471B925C526}"/>
          </ac:spMkLst>
        </pc:spChg>
        <pc:spChg chg="add mod">
          <ac:chgData name="melvin sirleaf" userId="0e3fd1f203cc1720" providerId="LiveId" clId="{EEB4745E-E5F3-4E77-990C-5E5B0457FBAC}" dt="2026-07-16T00:46:01.635" v="200" actId="113"/>
          <ac:spMkLst>
            <pc:docMk/>
            <pc:sldMk cId="3856459817" sldId="263"/>
            <ac:spMk id="11" creationId="{4CF1E950-0B47-C8CC-A657-B39854B1D0DA}"/>
          </ac:spMkLst>
        </pc:spChg>
        <pc:picChg chg="mod">
          <ac:chgData name="melvin sirleaf" userId="0e3fd1f203cc1720" providerId="LiveId" clId="{EEB4745E-E5F3-4E77-990C-5E5B0457FBAC}" dt="2026-07-15T23:44:55.050" v="38" actId="1076"/>
          <ac:picMkLst>
            <pc:docMk/>
            <pc:sldMk cId="3856459817" sldId="263"/>
            <ac:picMk id="7" creationId="{B3257A74-BA0B-F555-EBF6-4F64E8BCE18D}"/>
          </ac:picMkLst>
        </pc:picChg>
      </pc:sldChg>
      <pc:sldChg chg="addSp modSp mod">
        <pc:chgData name="melvin sirleaf" userId="0e3fd1f203cc1720" providerId="LiveId" clId="{EEB4745E-E5F3-4E77-990C-5E5B0457FBAC}" dt="2026-07-16T00:48:49.259" v="224" actId="14100"/>
        <pc:sldMkLst>
          <pc:docMk/>
          <pc:sldMk cId="120486183" sldId="264"/>
        </pc:sldMkLst>
        <pc:spChg chg="mod">
          <ac:chgData name="melvin sirleaf" userId="0e3fd1f203cc1720" providerId="LiveId" clId="{EEB4745E-E5F3-4E77-990C-5E5B0457FBAC}" dt="2026-07-16T00:47:38.459" v="215" actId="207"/>
          <ac:spMkLst>
            <pc:docMk/>
            <pc:sldMk cId="120486183" sldId="264"/>
            <ac:spMk id="2" creationId="{8C8BC17D-EB1D-9E08-1ECF-03C06A2F956F}"/>
          </ac:spMkLst>
        </pc:spChg>
        <pc:spChg chg="mod">
          <ac:chgData name="melvin sirleaf" userId="0e3fd1f203cc1720" providerId="LiveId" clId="{EEB4745E-E5F3-4E77-990C-5E5B0457FBAC}" dt="2026-07-16T00:47:07.417" v="211" actId="14100"/>
          <ac:spMkLst>
            <pc:docMk/>
            <pc:sldMk cId="120486183" sldId="264"/>
            <ac:spMk id="3" creationId="{3FC94DD0-9DE8-E498-E2CE-B3E4E1F2C9C8}"/>
          </ac:spMkLst>
        </pc:spChg>
        <pc:spChg chg="mod">
          <ac:chgData name="melvin sirleaf" userId="0e3fd1f203cc1720" providerId="LiveId" clId="{EEB4745E-E5F3-4E77-990C-5E5B0457FBAC}" dt="2026-07-16T00:47:21.291" v="214" actId="1076"/>
          <ac:spMkLst>
            <pc:docMk/>
            <pc:sldMk cId="120486183" sldId="264"/>
            <ac:spMk id="9" creationId="{B2215249-F351-AF91-96E6-26FE2C0CB9DA}"/>
          </ac:spMkLst>
        </pc:spChg>
        <pc:spChg chg="add mod">
          <ac:chgData name="melvin sirleaf" userId="0e3fd1f203cc1720" providerId="LiveId" clId="{EEB4745E-E5F3-4E77-990C-5E5B0457FBAC}" dt="2026-07-16T00:48:44.982" v="223" actId="1076"/>
          <ac:spMkLst>
            <pc:docMk/>
            <pc:sldMk cId="120486183" sldId="264"/>
            <ac:spMk id="11" creationId="{D9474689-2707-79D3-3F6A-98BCF522FD53}"/>
          </ac:spMkLst>
        </pc:spChg>
        <pc:picChg chg="mod">
          <ac:chgData name="melvin sirleaf" userId="0e3fd1f203cc1720" providerId="LiveId" clId="{EEB4745E-E5F3-4E77-990C-5E5B0457FBAC}" dt="2026-07-16T00:48:49.259" v="224" actId="14100"/>
          <ac:picMkLst>
            <pc:docMk/>
            <pc:sldMk cId="120486183" sldId="264"/>
            <ac:picMk id="5" creationId="{CACD4789-67F2-2F64-3FF6-FF4D1E788828}"/>
          </ac:picMkLst>
        </pc:picChg>
        <pc:picChg chg="mod">
          <ac:chgData name="melvin sirleaf" userId="0e3fd1f203cc1720" providerId="LiveId" clId="{EEB4745E-E5F3-4E77-990C-5E5B0457FBAC}" dt="2026-07-16T00:47:17.813" v="213" actId="14100"/>
          <ac:picMkLst>
            <pc:docMk/>
            <pc:sldMk cId="120486183" sldId="264"/>
            <ac:picMk id="7" creationId="{08A8E03E-C192-B0E3-D34E-E8A8352518DE}"/>
          </ac:picMkLst>
        </pc:picChg>
      </pc:sldChg>
      <pc:sldChg chg="addSp modSp mod">
        <pc:chgData name="melvin sirleaf" userId="0e3fd1f203cc1720" providerId="LiveId" clId="{EEB4745E-E5F3-4E77-990C-5E5B0457FBAC}" dt="2026-07-16T00:50:37.051" v="228" actId="14100"/>
        <pc:sldMkLst>
          <pc:docMk/>
          <pc:sldMk cId="1684861864" sldId="265"/>
        </pc:sldMkLst>
        <pc:spChg chg="mod">
          <ac:chgData name="melvin sirleaf" userId="0e3fd1f203cc1720" providerId="LiveId" clId="{EEB4745E-E5F3-4E77-990C-5E5B0457FBAC}" dt="2026-07-16T00:50:37.051" v="228" actId="14100"/>
          <ac:spMkLst>
            <pc:docMk/>
            <pc:sldMk cId="1684861864" sldId="265"/>
            <ac:spMk id="2" creationId="{D7CD684D-F815-E90A-4343-A0698E7C29C9}"/>
          </ac:spMkLst>
        </pc:spChg>
        <pc:spChg chg="mod">
          <ac:chgData name="melvin sirleaf" userId="0e3fd1f203cc1720" providerId="LiveId" clId="{EEB4745E-E5F3-4E77-990C-5E5B0457FBAC}" dt="2026-07-16T00:49:56.206" v="225" actId="255"/>
          <ac:spMkLst>
            <pc:docMk/>
            <pc:sldMk cId="1684861864" sldId="265"/>
            <ac:spMk id="3" creationId="{DA68EEAC-08F9-9D8B-893F-30CA503865AA}"/>
          </ac:spMkLst>
        </pc:spChg>
        <pc:spChg chg="add mod">
          <ac:chgData name="melvin sirleaf" userId="0e3fd1f203cc1720" providerId="LiveId" clId="{EEB4745E-E5F3-4E77-990C-5E5B0457FBAC}" dt="2026-07-16T00:50:09.820" v="227" actId="113"/>
          <ac:spMkLst>
            <pc:docMk/>
            <pc:sldMk cId="1684861864" sldId="265"/>
            <ac:spMk id="11" creationId="{75E2DFDE-BA0E-4F52-4F4A-8E104E204F42}"/>
          </ac:spMkLst>
        </pc:spChg>
        <pc:picChg chg="mod">
          <ac:chgData name="melvin sirleaf" userId="0e3fd1f203cc1720" providerId="LiveId" clId="{EEB4745E-E5F3-4E77-990C-5E5B0457FBAC}" dt="2026-07-16T00:50:02.947" v="226" actId="14100"/>
          <ac:picMkLst>
            <pc:docMk/>
            <pc:sldMk cId="1684861864" sldId="265"/>
            <ac:picMk id="5" creationId="{7D4B3F1A-5A33-F3FC-8C1E-A15EFDE1DA34}"/>
          </ac:picMkLst>
        </pc:picChg>
        <pc:picChg chg="mod">
          <ac:chgData name="melvin sirleaf" userId="0e3fd1f203cc1720" providerId="LiveId" clId="{EEB4745E-E5F3-4E77-990C-5E5B0457FBAC}" dt="2026-07-15T23:45:24.495" v="47" actId="1076"/>
          <ac:picMkLst>
            <pc:docMk/>
            <pc:sldMk cId="1684861864" sldId="265"/>
            <ac:picMk id="7" creationId="{88DA8C7E-0084-E48B-9F83-689213E27B60}"/>
          </ac:picMkLst>
        </pc:picChg>
      </pc:sldChg>
      <pc:sldChg chg="addSp delSp modSp new mod">
        <pc:chgData name="melvin sirleaf" userId="0e3fd1f203cc1720" providerId="LiveId" clId="{EEB4745E-E5F3-4E77-990C-5E5B0457FBAC}" dt="2026-07-16T00:53:30.856" v="239" actId="255"/>
        <pc:sldMkLst>
          <pc:docMk/>
          <pc:sldMk cId="1926620601" sldId="266"/>
        </pc:sldMkLst>
        <pc:spChg chg="mod">
          <ac:chgData name="melvin sirleaf" userId="0e3fd1f203cc1720" providerId="LiveId" clId="{EEB4745E-E5F3-4E77-990C-5E5B0457FBAC}" dt="2026-07-16T00:51:04.366" v="231" actId="207"/>
          <ac:spMkLst>
            <pc:docMk/>
            <pc:sldMk cId="1926620601" sldId="266"/>
            <ac:spMk id="2" creationId="{B959CDB4-DFB1-662F-D534-5274FFB05D33}"/>
          </ac:spMkLst>
        </pc:spChg>
        <pc:spChg chg="del mod">
          <ac:chgData name="melvin sirleaf" userId="0e3fd1f203cc1720" providerId="LiveId" clId="{EEB4745E-E5F3-4E77-990C-5E5B0457FBAC}" dt="2026-07-16T00:52:37.139" v="237" actId="26606"/>
          <ac:spMkLst>
            <pc:docMk/>
            <pc:sldMk cId="1926620601" sldId="266"/>
            <ac:spMk id="3" creationId="{E6C74FF2-A288-F28C-D572-FBCFA0C23CA1}"/>
          </ac:spMkLst>
        </pc:spChg>
        <pc:graphicFrameChg chg="add mod">
          <ac:chgData name="melvin sirleaf" userId="0e3fd1f203cc1720" providerId="LiveId" clId="{EEB4745E-E5F3-4E77-990C-5E5B0457FBAC}" dt="2026-07-16T00:53:30.856" v="239" actId="255"/>
          <ac:graphicFrameMkLst>
            <pc:docMk/>
            <pc:sldMk cId="1926620601" sldId="266"/>
            <ac:graphicFrameMk id="5" creationId="{7F43530B-14D8-ED0C-14BD-C1D2D0A19992}"/>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444E0C5-1530-4727-94BE-A98CD3BC1925}" type="doc">
      <dgm:prSet loTypeId="urn:microsoft.com/office/officeart/2005/8/layout/default" loCatId="list" qsTypeId="urn:microsoft.com/office/officeart/2005/8/quickstyle/simple4" qsCatId="simple" csTypeId="urn:microsoft.com/office/officeart/2005/8/colors/colorful5" csCatId="colorful" phldr="1"/>
      <dgm:spPr/>
      <dgm:t>
        <a:bodyPr/>
        <a:lstStyle/>
        <a:p>
          <a:endParaRPr lang="en-US"/>
        </a:p>
      </dgm:t>
    </dgm:pt>
    <dgm:pt modelId="{7032C72E-A9DB-49DB-B928-58BE9053BA9E}">
      <dgm:prSet/>
      <dgm:spPr/>
      <dgm:t>
        <a:bodyPr/>
        <a:lstStyle/>
        <a:p>
          <a:r>
            <a:rPr lang="en-US"/>
            <a:t>The project uses two related tables.</a:t>
          </a:r>
        </a:p>
      </dgm:t>
    </dgm:pt>
    <dgm:pt modelId="{D5ED0B3D-0B25-49A9-9736-B8CBEC4DF4EA}" type="parTrans" cxnId="{858229D9-BA89-4B2B-8048-CB76F195EDAE}">
      <dgm:prSet/>
      <dgm:spPr/>
      <dgm:t>
        <a:bodyPr/>
        <a:lstStyle/>
        <a:p>
          <a:endParaRPr lang="en-US"/>
        </a:p>
      </dgm:t>
    </dgm:pt>
    <dgm:pt modelId="{E97D9449-A681-47CF-9E0A-57C358EDF4C7}" type="sibTrans" cxnId="{858229D9-BA89-4B2B-8048-CB76F195EDAE}">
      <dgm:prSet/>
      <dgm:spPr/>
      <dgm:t>
        <a:bodyPr/>
        <a:lstStyle/>
        <a:p>
          <a:endParaRPr lang="en-US"/>
        </a:p>
      </dgm:t>
    </dgm:pt>
    <dgm:pt modelId="{C4B6023C-722D-4D51-957F-5290B1F9BAB0}">
      <dgm:prSet/>
      <dgm:spPr/>
      <dgm:t>
        <a:bodyPr/>
        <a:lstStyle/>
        <a:p>
          <a:r>
            <a:rPr lang="en-US" b="1"/>
            <a:t>Table 1 – Countries</a:t>
          </a:r>
          <a:endParaRPr lang="en-US"/>
        </a:p>
      </dgm:t>
    </dgm:pt>
    <dgm:pt modelId="{298D39E4-F345-480B-AD92-8777AA164D6E}" type="parTrans" cxnId="{24D092FA-4594-40ED-AC96-2B63AF9B7868}">
      <dgm:prSet/>
      <dgm:spPr/>
      <dgm:t>
        <a:bodyPr/>
        <a:lstStyle/>
        <a:p>
          <a:endParaRPr lang="en-US"/>
        </a:p>
      </dgm:t>
    </dgm:pt>
    <dgm:pt modelId="{AFB66D25-E53E-4FBA-B733-9D304562A884}" type="sibTrans" cxnId="{24D092FA-4594-40ED-AC96-2B63AF9B7868}">
      <dgm:prSet/>
      <dgm:spPr/>
      <dgm:t>
        <a:bodyPr/>
        <a:lstStyle/>
        <a:p>
          <a:endParaRPr lang="en-US"/>
        </a:p>
      </dgm:t>
    </dgm:pt>
    <dgm:pt modelId="{67DDAC0D-010F-4A07-8FC4-97C58D93A0D9}">
      <dgm:prSet/>
      <dgm:spPr/>
      <dgm:t>
        <a:bodyPr/>
        <a:lstStyle/>
        <a:p>
          <a:r>
            <a:rPr lang="en-US"/>
            <a:t>Contains:</a:t>
          </a:r>
        </a:p>
      </dgm:t>
    </dgm:pt>
    <dgm:pt modelId="{E143394E-133E-4A74-A773-E9162F60AF5E}" type="parTrans" cxnId="{4B7D2B7E-91CE-468F-A2CA-13614F640F2F}">
      <dgm:prSet/>
      <dgm:spPr/>
      <dgm:t>
        <a:bodyPr/>
        <a:lstStyle/>
        <a:p>
          <a:endParaRPr lang="en-US"/>
        </a:p>
      </dgm:t>
    </dgm:pt>
    <dgm:pt modelId="{231A0C29-37FD-462A-A3DC-2751CE4EB9B7}" type="sibTrans" cxnId="{4B7D2B7E-91CE-468F-A2CA-13614F640F2F}">
      <dgm:prSet/>
      <dgm:spPr/>
      <dgm:t>
        <a:bodyPr/>
        <a:lstStyle/>
        <a:p>
          <a:endParaRPr lang="en-US"/>
        </a:p>
      </dgm:t>
    </dgm:pt>
    <dgm:pt modelId="{4C83A298-5863-4453-B55E-561285A9B55D}">
      <dgm:prSet/>
      <dgm:spPr/>
      <dgm:t>
        <a:bodyPr/>
        <a:lstStyle/>
        <a:p>
          <a:r>
            <a:rPr lang="en-US"/>
            <a:t>Country ID </a:t>
          </a:r>
        </a:p>
      </dgm:t>
    </dgm:pt>
    <dgm:pt modelId="{69FB3EB5-7CCA-4A1E-A4D0-C566996562BD}" type="parTrans" cxnId="{40762C06-E942-4D8D-8F75-72865CA29550}">
      <dgm:prSet/>
      <dgm:spPr/>
      <dgm:t>
        <a:bodyPr/>
        <a:lstStyle/>
        <a:p>
          <a:endParaRPr lang="en-US"/>
        </a:p>
      </dgm:t>
    </dgm:pt>
    <dgm:pt modelId="{3BBD7166-8791-400D-8268-00F684895635}" type="sibTrans" cxnId="{40762C06-E942-4D8D-8F75-72865CA29550}">
      <dgm:prSet/>
      <dgm:spPr/>
      <dgm:t>
        <a:bodyPr/>
        <a:lstStyle/>
        <a:p>
          <a:endParaRPr lang="en-US"/>
        </a:p>
      </dgm:t>
    </dgm:pt>
    <dgm:pt modelId="{7A280591-E43B-4245-B971-4CEB450A38C7}">
      <dgm:prSet/>
      <dgm:spPr/>
      <dgm:t>
        <a:bodyPr/>
        <a:lstStyle/>
        <a:p>
          <a:r>
            <a:rPr lang="en-US"/>
            <a:t>Country Name </a:t>
          </a:r>
        </a:p>
      </dgm:t>
    </dgm:pt>
    <dgm:pt modelId="{EFA076A4-B1BE-4348-A9D5-039EDAD5A901}" type="parTrans" cxnId="{39756663-DFCF-475B-804E-BB9A88351D17}">
      <dgm:prSet/>
      <dgm:spPr/>
      <dgm:t>
        <a:bodyPr/>
        <a:lstStyle/>
        <a:p>
          <a:endParaRPr lang="en-US"/>
        </a:p>
      </dgm:t>
    </dgm:pt>
    <dgm:pt modelId="{C9779A0D-FB4C-4CFC-932A-A87BE877FF30}" type="sibTrans" cxnId="{39756663-DFCF-475B-804E-BB9A88351D17}">
      <dgm:prSet/>
      <dgm:spPr/>
      <dgm:t>
        <a:bodyPr/>
        <a:lstStyle/>
        <a:p>
          <a:endParaRPr lang="en-US"/>
        </a:p>
      </dgm:t>
    </dgm:pt>
    <dgm:pt modelId="{3BE1CD6F-59AB-4DFB-8580-FF3AE5DFE842}">
      <dgm:prSet/>
      <dgm:spPr/>
      <dgm:t>
        <a:bodyPr/>
        <a:lstStyle/>
        <a:p>
          <a:r>
            <a:rPr lang="en-US"/>
            <a:t>Region </a:t>
          </a:r>
        </a:p>
      </dgm:t>
    </dgm:pt>
    <dgm:pt modelId="{E1F7EA7C-19F9-4E4D-9C00-2CB52491E369}" type="parTrans" cxnId="{E2B6DC06-36E5-4BA7-A372-4A026B3CFC82}">
      <dgm:prSet/>
      <dgm:spPr/>
      <dgm:t>
        <a:bodyPr/>
        <a:lstStyle/>
        <a:p>
          <a:endParaRPr lang="en-US"/>
        </a:p>
      </dgm:t>
    </dgm:pt>
    <dgm:pt modelId="{EF33E55B-CC1D-4593-8C33-DF2CB466473D}" type="sibTrans" cxnId="{E2B6DC06-36E5-4BA7-A372-4A026B3CFC82}">
      <dgm:prSet/>
      <dgm:spPr/>
      <dgm:t>
        <a:bodyPr/>
        <a:lstStyle/>
        <a:p>
          <a:endParaRPr lang="en-US"/>
        </a:p>
      </dgm:t>
    </dgm:pt>
    <dgm:pt modelId="{D3766D48-9B1A-4505-A5EB-3EB1065FFE73}">
      <dgm:prSet/>
      <dgm:spPr/>
      <dgm:t>
        <a:bodyPr/>
        <a:lstStyle/>
        <a:p>
          <a:r>
            <a:rPr lang="en-US"/>
            <a:t>Population (Millions) </a:t>
          </a:r>
        </a:p>
      </dgm:t>
    </dgm:pt>
    <dgm:pt modelId="{7CD52D87-4A21-4F83-B144-B29F038001EF}" type="parTrans" cxnId="{1753E935-0EEB-4957-868D-29DBCE586B67}">
      <dgm:prSet/>
      <dgm:spPr/>
      <dgm:t>
        <a:bodyPr/>
        <a:lstStyle/>
        <a:p>
          <a:endParaRPr lang="en-US"/>
        </a:p>
      </dgm:t>
    </dgm:pt>
    <dgm:pt modelId="{E65A4007-D8A7-4BC9-BB6D-C875E2959683}" type="sibTrans" cxnId="{1753E935-0EEB-4957-868D-29DBCE586B67}">
      <dgm:prSet/>
      <dgm:spPr/>
      <dgm:t>
        <a:bodyPr/>
        <a:lstStyle/>
        <a:p>
          <a:endParaRPr lang="en-US"/>
        </a:p>
      </dgm:t>
    </dgm:pt>
    <dgm:pt modelId="{DE26551D-668C-44ED-AE47-1689AE7DF669}">
      <dgm:prSet/>
      <dgm:spPr/>
      <dgm:t>
        <a:bodyPr/>
        <a:lstStyle/>
        <a:p>
          <a:r>
            <a:rPr lang="en-US" b="1"/>
            <a:t>Table 2 – Immunization Records</a:t>
          </a:r>
          <a:endParaRPr lang="en-US"/>
        </a:p>
      </dgm:t>
    </dgm:pt>
    <dgm:pt modelId="{82227684-E5EF-4AE9-9C10-0707C1E75661}" type="parTrans" cxnId="{F9220CF2-CB82-4E97-B4D1-23660E154920}">
      <dgm:prSet/>
      <dgm:spPr/>
      <dgm:t>
        <a:bodyPr/>
        <a:lstStyle/>
        <a:p>
          <a:endParaRPr lang="en-US"/>
        </a:p>
      </dgm:t>
    </dgm:pt>
    <dgm:pt modelId="{5E383E8A-1BFF-427E-94C5-53C65EBAC2DA}" type="sibTrans" cxnId="{F9220CF2-CB82-4E97-B4D1-23660E154920}">
      <dgm:prSet/>
      <dgm:spPr/>
      <dgm:t>
        <a:bodyPr/>
        <a:lstStyle/>
        <a:p>
          <a:endParaRPr lang="en-US"/>
        </a:p>
      </dgm:t>
    </dgm:pt>
    <dgm:pt modelId="{5ECCDD77-7053-499C-A1F4-CAB18C07D9FE}">
      <dgm:prSet/>
      <dgm:spPr/>
      <dgm:t>
        <a:bodyPr/>
        <a:lstStyle/>
        <a:p>
          <a:r>
            <a:rPr lang="en-US"/>
            <a:t>Contains:</a:t>
          </a:r>
        </a:p>
      </dgm:t>
    </dgm:pt>
    <dgm:pt modelId="{ADEFB693-BF79-4DBB-9400-1E515C7973B5}" type="parTrans" cxnId="{6A827A15-FD71-46F8-9792-FB7FE58B2802}">
      <dgm:prSet/>
      <dgm:spPr/>
      <dgm:t>
        <a:bodyPr/>
        <a:lstStyle/>
        <a:p>
          <a:endParaRPr lang="en-US"/>
        </a:p>
      </dgm:t>
    </dgm:pt>
    <dgm:pt modelId="{FC24B8F2-A83B-4F94-9030-CC9145554401}" type="sibTrans" cxnId="{6A827A15-FD71-46F8-9792-FB7FE58B2802}">
      <dgm:prSet/>
      <dgm:spPr/>
      <dgm:t>
        <a:bodyPr/>
        <a:lstStyle/>
        <a:p>
          <a:endParaRPr lang="en-US"/>
        </a:p>
      </dgm:t>
    </dgm:pt>
    <dgm:pt modelId="{9827A6C0-0FA5-48A2-B284-0722A993FA26}">
      <dgm:prSet/>
      <dgm:spPr/>
      <dgm:t>
        <a:bodyPr/>
        <a:lstStyle/>
        <a:p>
          <a:r>
            <a:rPr lang="en-US"/>
            <a:t>Record ID </a:t>
          </a:r>
        </a:p>
      </dgm:t>
    </dgm:pt>
    <dgm:pt modelId="{363E9D8F-89E8-4F06-B072-22C04BABBD53}" type="parTrans" cxnId="{A4A14717-5D7F-41E1-A8EF-7BA8394BF5D2}">
      <dgm:prSet/>
      <dgm:spPr/>
      <dgm:t>
        <a:bodyPr/>
        <a:lstStyle/>
        <a:p>
          <a:endParaRPr lang="en-US"/>
        </a:p>
      </dgm:t>
    </dgm:pt>
    <dgm:pt modelId="{DCAE3945-E05C-43A2-B59F-E20664DE8726}" type="sibTrans" cxnId="{A4A14717-5D7F-41E1-A8EF-7BA8394BF5D2}">
      <dgm:prSet/>
      <dgm:spPr/>
      <dgm:t>
        <a:bodyPr/>
        <a:lstStyle/>
        <a:p>
          <a:endParaRPr lang="en-US"/>
        </a:p>
      </dgm:t>
    </dgm:pt>
    <dgm:pt modelId="{72370C1E-C580-4598-8CB8-ABE2C82DB975}">
      <dgm:prSet/>
      <dgm:spPr/>
      <dgm:t>
        <a:bodyPr/>
        <a:lstStyle/>
        <a:p>
          <a:r>
            <a:rPr lang="en-US"/>
            <a:t>Country ID </a:t>
          </a:r>
        </a:p>
      </dgm:t>
    </dgm:pt>
    <dgm:pt modelId="{3A724AAD-27CE-466B-A993-BB0830EEDDFA}" type="parTrans" cxnId="{27D1856B-B29C-46D9-A8B6-8695D5D0DC55}">
      <dgm:prSet/>
      <dgm:spPr/>
      <dgm:t>
        <a:bodyPr/>
        <a:lstStyle/>
        <a:p>
          <a:endParaRPr lang="en-US"/>
        </a:p>
      </dgm:t>
    </dgm:pt>
    <dgm:pt modelId="{1294449D-C3D5-476A-B41F-9EBFD52ACF46}" type="sibTrans" cxnId="{27D1856B-B29C-46D9-A8B6-8695D5D0DC55}">
      <dgm:prSet/>
      <dgm:spPr/>
      <dgm:t>
        <a:bodyPr/>
        <a:lstStyle/>
        <a:p>
          <a:endParaRPr lang="en-US"/>
        </a:p>
      </dgm:t>
    </dgm:pt>
    <dgm:pt modelId="{67B561A8-74DD-4E8E-99BF-FF8932845496}">
      <dgm:prSet/>
      <dgm:spPr/>
      <dgm:t>
        <a:bodyPr/>
        <a:lstStyle/>
        <a:p>
          <a:r>
            <a:rPr lang="en-US"/>
            <a:t>Vaccine Name </a:t>
          </a:r>
        </a:p>
      </dgm:t>
    </dgm:pt>
    <dgm:pt modelId="{FFDB8F26-C861-4B3B-9369-CCE807ACB69E}" type="parTrans" cxnId="{4C5A28B1-7FA0-472C-BDE5-71F5B06FE940}">
      <dgm:prSet/>
      <dgm:spPr/>
      <dgm:t>
        <a:bodyPr/>
        <a:lstStyle/>
        <a:p>
          <a:endParaRPr lang="en-US"/>
        </a:p>
      </dgm:t>
    </dgm:pt>
    <dgm:pt modelId="{D9A885D4-A04A-48B2-BD16-A1849C89E5A6}" type="sibTrans" cxnId="{4C5A28B1-7FA0-472C-BDE5-71F5B06FE940}">
      <dgm:prSet/>
      <dgm:spPr/>
      <dgm:t>
        <a:bodyPr/>
        <a:lstStyle/>
        <a:p>
          <a:endParaRPr lang="en-US"/>
        </a:p>
      </dgm:t>
    </dgm:pt>
    <dgm:pt modelId="{6C228DCA-47DB-422E-9BFC-AF26866CAF10}">
      <dgm:prSet/>
      <dgm:spPr/>
      <dgm:t>
        <a:bodyPr/>
        <a:lstStyle/>
        <a:p>
          <a:r>
            <a:rPr lang="en-US"/>
            <a:t>Vaccinations Given </a:t>
          </a:r>
        </a:p>
      </dgm:t>
    </dgm:pt>
    <dgm:pt modelId="{95EC33D6-6AA3-48DC-83BD-325506B05A7C}" type="parTrans" cxnId="{C05A83B8-ACAE-42EA-9F0F-488AC6C3B9A0}">
      <dgm:prSet/>
      <dgm:spPr/>
      <dgm:t>
        <a:bodyPr/>
        <a:lstStyle/>
        <a:p>
          <a:endParaRPr lang="en-US"/>
        </a:p>
      </dgm:t>
    </dgm:pt>
    <dgm:pt modelId="{346CDE5F-2FD3-431E-BD26-4065615C9B16}" type="sibTrans" cxnId="{C05A83B8-ACAE-42EA-9F0F-488AC6C3B9A0}">
      <dgm:prSet/>
      <dgm:spPr/>
      <dgm:t>
        <a:bodyPr/>
        <a:lstStyle/>
        <a:p>
          <a:endParaRPr lang="en-US"/>
        </a:p>
      </dgm:t>
    </dgm:pt>
    <dgm:pt modelId="{C6DF8A65-14C2-4732-95AF-9F5CCBBE780D}">
      <dgm:prSet/>
      <dgm:spPr/>
      <dgm:t>
        <a:bodyPr/>
        <a:lstStyle/>
        <a:p>
          <a:r>
            <a:rPr lang="en-US"/>
            <a:t>Report Year </a:t>
          </a:r>
        </a:p>
      </dgm:t>
    </dgm:pt>
    <dgm:pt modelId="{BD1F8FA2-644A-47E5-8636-5F607C017DA9}" type="parTrans" cxnId="{307BFABB-3A0D-46E6-A33A-8D6960F3227A}">
      <dgm:prSet/>
      <dgm:spPr/>
      <dgm:t>
        <a:bodyPr/>
        <a:lstStyle/>
        <a:p>
          <a:endParaRPr lang="en-US"/>
        </a:p>
      </dgm:t>
    </dgm:pt>
    <dgm:pt modelId="{6F48B0A7-A861-43AE-88E1-5AE164974255}" type="sibTrans" cxnId="{307BFABB-3A0D-46E6-A33A-8D6960F3227A}">
      <dgm:prSet/>
      <dgm:spPr/>
      <dgm:t>
        <a:bodyPr/>
        <a:lstStyle/>
        <a:p>
          <a:endParaRPr lang="en-US"/>
        </a:p>
      </dgm:t>
    </dgm:pt>
    <dgm:pt modelId="{72AECE1D-70B1-4F3E-93CF-C07F5EEAD7C7}">
      <dgm:prSet/>
      <dgm:spPr/>
      <dgm:t>
        <a:bodyPr/>
        <a:lstStyle/>
        <a:p>
          <a:r>
            <a:rPr lang="en-US" b="1"/>
            <a:t>Relationship</a:t>
          </a:r>
          <a:endParaRPr lang="en-US"/>
        </a:p>
      </dgm:t>
    </dgm:pt>
    <dgm:pt modelId="{4EE2C74A-907E-4548-A963-2B8B08F8062A}" type="parTrans" cxnId="{F4C4EEA4-B674-4F92-ABB3-227CAB5AE848}">
      <dgm:prSet/>
      <dgm:spPr/>
      <dgm:t>
        <a:bodyPr/>
        <a:lstStyle/>
        <a:p>
          <a:endParaRPr lang="en-US"/>
        </a:p>
      </dgm:t>
    </dgm:pt>
    <dgm:pt modelId="{1D656CD0-5E14-4D60-8D71-BE2E43DB316F}" type="sibTrans" cxnId="{F4C4EEA4-B674-4F92-ABB3-227CAB5AE848}">
      <dgm:prSet/>
      <dgm:spPr/>
      <dgm:t>
        <a:bodyPr/>
        <a:lstStyle/>
        <a:p>
          <a:endParaRPr lang="en-US"/>
        </a:p>
      </dgm:t>
    </dgm:pt>
    <dgm:pt modelId="{54FDD422-2D63-4EF1-A51B-D5D5CBB521FB}">
      <dgm:prSet/>
      <dgm:spPr/>
      <dgm:t>
        <a:bodyPr/>
        <a:lstStyle/>
        <a:p>
          <a:r>
            <a:rPr lang="en-US" dirty="0"/>
            <a:t>The two tables are connected using </a:t>
          </a:r>
          <a:r>
            <a:rPr lang="en-US" b="1" dirty="0"/>
            <a:t>Country ID</a:t>
          </a:r>
          <a:r>
            <a:rPr lang="en-US" dirty="0"/>
            <a:t>, allowing vaccination records to be linked to the correct country.</a:t>
          </a:r>
        </a:p>
      </dgm:t>
    </dgm:pt>
    <dgm:pt modelId="{739CA267-F513-4894-AF0E-102942D92359}" type="parTrans" cxnId="{5F7FD251-7CB3-4C0C-ABD1-F9BF05CD574C}">
      <dgm:prSet/>
      <dgm:spPr/>
      <dgm:t>
        <a:bodyPr/>
        <a:lstStyle/>
        <a:p>
          <a:endParaRPr lang="en-US"/>
        </a:p>
      </dgm:t>
    </dgm:pt>
    <dgm:pt modelId="{B83A0382-C751-44DE-AD56-AF9F60688313}" type="sibTrans" cxnId="{5F7FD251-7CB3-4C0C-ABD1-F9BF05CD574C}">
      <dgm:prSet/>
      <dgm:spPr/>
      <dgm:t>
        <a:bodyPr/>
        <a:lstStyle/>
        <a:p>
          <a:endParaRPr lang="en-US"/>
        </a:p>
      </dgm:t>
    </dgm:pt>
    <dgm:pt modelId="{7F3C7096-0476-46C2-B8DD-08E52EE6E291}" type="pres">
      <dgm:prSet presAssocID="{3444E0C5-1530-4727-94BE-A98CD3BC1925}" presName="diagram" presStyleCnt="0">
        <dgm:presLayoutVars>
          <dgm:dir/>
          <dgm:resizeHandles val="exact"/>
        </dgm:presLayoutVars>
      </dgm:prSet>
      <dgm:spPr/>
    </dgm:pt>
    <dgm:pt modelId="{97719CFC-5D7B-43DE-9E59-96C5844578E0}" type="pres">
      <dgm:prSet presAssocID="{7032C72E-A9DB-49DB-B928-58BE9053BA9E}" presName="node" presStyleLbl="node1" presStyleIdx="0" presStyleCnt="16">
        <dgm:presLayoutVars>
          <dgm:bulletEnabled val="1"/>
        </dgm:presLayoutVars>
      </dgm:prSet>
      <dgm:spPr/>
    </dgm:pt>
    <dgm:pt modelId="{E962E9BC-A216-4D16-A470-3454B90C75BF}" type="pres">
      <dgm:prSet presAssocID="{E97D9449-A681-47CF-9E0A-57C358EDF4C7}" presName="sibTrans" presStyleCnt="0"/>
      <dgm:spPr/>
    </dgm:pt>
    <dgm:pt modelId="{A676EDDA-907E-4E41-836E-9E9B9C25ECCB}" type="pres">
      <dgm:prSet presAssocID="{C4B6023C-722D-4D51-957F-5290B1F9BAB0}" presName="node" presStyleLbl="node1" presStyleIdx="1" presStyleCnt="16">
        <dgm:presLayoutVars>
          <dgm:bulletEnabled val="1"/>
        </dgm:presLayoutVars>
      </dgm:prSet>
      <dgm:spPr/>
    </dgm:pt>
    <dgm:pt modelId="{C0AA206E-F25F-491D-A8D4-4A57D202F915}" type="pres">
      <dgm:prSet presAssocID="{AFB66D25-E53E-4FBA-B733-9D304562A884}" presName="sibTrans" presStyleCnt="0"/>
      <dgm:spPr/>
    </dgm:pt>
    <dgm:pt modelId="{89B322C8-FFFF-4278-BBAF-B1092A5E29BD}" type="pres">
      <dgm:prSet presAssocID="{67DDAC0D-010F-4A07-8FC4-97C58D93A0D9}" presName="node" presStyleLbl="node1" presStyleIdx="2" presStyleCnt="16">
        <dgm:presLayoutVars>
          <dgm:bulletEnabled val="1"/>
        </dgm:presLayoutVars>
      </dgm:prSet>
      <dgm:spPr/>
    </dgm:pt>
    <dgm:pt modelId="{B749BB3E-362E-4108-B447-3809D2C007FB}" type="pres">
      <dgm:prSet presAssocID="{231A0C29-37FD-462A-A3DC-2751CE4EB9B7}" presName="sibTrans" presStyleCnt="0"/>
      <dgm:spPr/>
    </dgm:pt>
    <dgm:pt modelId="{CB033622-8E8D-4303-8244-48175FFCAF4F}" type="pres">
      <dgm:prSet presAssocID="{4C83A298-5863-4453-B55E-561285A9B55D}" presName="node" presStyleLbl="node1" presStyleIdx="3" presStyleCnt="16">
        <dgm:presLayoutVars>
          <dgm:bulletEnabled val="1"/>
        </dgm:presLayoutVars>
      </dgm:prSet>
      <dgm:spPr/>
    </dgm:pt>
    <dgm:pt modelId="{64A2DE78-3299-40EC-9117-FCED7AC56C40}" type="pres">
      <dgm:prSet presAssocID="{3BBD7166-8791-400D-8268-00F684895635}" presName="sibTrans" presStyleCnt="0"/>
      <dgm:spPr/>
    </dgm:pt>
    <dgm:pt modelId="{65ED88CF-9902-4149-B784-5C724EB5F838}" type="pres">
      <dgm:prSet presAssocID="{7A280591-E43B-4245-B971-4CEB450A38C7}" presName="node" presStyleLbl="node1" presStyleIdx="4" presStyleCnt="16">
        <dgm:presLayoutVars>
          <dgm:bulletEnabled val="1"/>
        </dgm:presLayoutVars>
      </dgm:prSet>
      <dgm:spPr/>
    </dgm:pt>
    <dgm:pt modelId="{82A6B1B5-2D5B-44AB-AD41-1A10A5BBA171}" type="pres">
      <dgm:prSet presAssocID="{C9779A0D-FB4C-4CFC-932A-A87BE877FF30}" presName="sibTrans" presStyleCnt="0"/>
      <dgm:spPr/>
    </dgm:pt>
    <dgm:pt modelId="{CC740F83-6235-4AD2-8CD5-BE932865F605}" type="pres">
      <dgm:prSet presAssocID="{3BE1CD6F-59AB-4DFB-8580-FF3AE5DFE842}" presName="node" presStyleLbl="node1" presStyleIdx="5" presStyleCnt="16">
        <dgm:presLayoutVars>
          <dgm:bulletEnabled val="1"/>
        </dgm:presLayoutVars>
      </dgm:prSet>
      <dgm:spPr/>
    </dgm:pt>
    <dgm:pt modelId="{75C61F69-985F-4BE0-BCE5-B37CBF8398BA}" type="pres">
      <dgm:prSet presAssocID="{EF33E55B-CC1D-4593-8C33-DF2CB466473D}" presName="sibTrans" presStyleCnt="0"/>
      <dgm:spPr/>
    </dgm:pt>
    <dgm:pt modelId="{77D0336A-8C98-4A14-B98D-12A010B3D85A}" type="pres">
      <dgm:prSet presAssocID="{D3766D48-9B1A-4505-A5EB-3EB1065FFE73}" presName="node" presStyleLbl="node1" presStyleIdx="6" presStyleCnt="16">
        <dgm:presLayoutVars>
          <dgm:bulletEnabled val="1"/>
        </dgm:presLayoutVars>
      </dgm:prSet>
      <dgm:spPr/>
    </dgm:pt>
    <dgm:pt modelId="{C1EE5E90-2E57-4324-95E5-EFD4EFE8D32B}" type="pres">
      <dgm:prSet presAssocID="{E65A4007-D8A7-4BC9-BB6D-C875E2959683}" presName="sibTrans" presStyleCnt="0"/>
      <dgm:spPr/>
    </dgm:pt>
    <dgm:pt modelId="{8509A54A-67DB-4F83-8609-42C61C4ADC29}" type="pres">
      <dgm:prSet presAssocID="{DE26551D-668C-44ED-AE47-1689AE7DF669}" presName="node" presStyleLbl="node1" presStyleIdx="7" presStyleCnt="16">
        <dgm:presLayoutVars>
          <dgm:bulletEnabled val="1"/>
        </dgm:presLayoutVars>
      </dgm:prSet>
      <dgm:spPr/>
    </dgm:pt>
    <dgm:pt modelId="{09288794-7B4D-4202-B415-396481EDE436}" type="pres">
      <dgm:prSet presAssocID="{5E383E8A-1BFF-427E-94C5-53C65EBAC2DA}" presName="sibTrans" presStyleCnt="0"/>
      <dgm:spPr/>
    </dgm:pt>
    <dgm:pt modelId="{3BE13D26-C8A7-468C-BE44-275BE8B6AC0A}" type="pres">
      <dgm:prSet presAssocID="{5ECCDD77-7053-499C-A1F4-CAB18C07D9FE}" presName="node" presStyleLbl="node1" presStyleIdx="8" presStyleCnt="16">
        <dgm:presLayoutVars>
          <dgm:bulletEnabled val="1"/>
        </dgm:presLayoutVars>
      </dgm:prSet>
      <dgm:spPr/>
    </dgm:pt>
    <dgm:pt modelId="{5417E739-2097-4556-9A51-EC3892D91B55}" type="pres">
      <dgm:prSet presAssocID="{FC24B8F2-A83B-4F94-9030-CC9145554401}" presName="sibTrans" presStyleCnt="0"/>
      <dgm:spPr/>
    </dgm:pt>
    <dgm:pt modelId="{28DD8823-9CC5-43E6-BF10-B2338D48975B}" type="pres">
      <dgm:prSet presAssocID="{9827A6C0-0FA5-48A2-B284-0722A993FA26}" presName="node" presStyleLbl="node1" presStyleIdx="9" presStyleCnt="16">
        <dgm:presLayoutVars>
          <dgm:bulletEnabled val="1"/>
        </dgm:presLayoutVars>
      </dgm:prSet>
      <dgm:spPr/>
    </dgm:pt>
    <dgm:pt modelId="{FBD662D4-6D87-4784-B55E-3315D0D8EF69}" type="pres">
      <dgm:prSet presAssocID="{DCAE3945-E05C-43A2-B59F-E20664DE8726}" presName="sibTrans" presStyleCnt="0"/>
      <dgm:spPr/>
    </dgm:pt>
    <dgm:pt modelId="{210196B9-7F0C-46CD-8E5A-D390B37FBA0C}" type="pres">
      <dgm:prSet presAssocID="{72370C1E-C580-4598-8CB8-ABE2C82DB975}" presName="node" presStyleLbl="node1" presStyleIdx="10" presStyleCnt="16">
        <dgm:presLayoutVars>
          <dgm:bulletEnabled val="1"/>
        </dgm:presLayoutVars>
      </dgm:prSet>
      <dgm:spPr/>
    </dgm:pt>
    <dgm:pt modelId="{03F0E0B9-27CA-459E-BBD8-FA6D5428A2BA}" type="pres">
      <dgm:prSet presAssocID="{1294449D-C3D5-476A-B41F-9EBFD52ACF46}" presName="sibTrans" presStyleCnt="0"/>
      <dgm:spPr/>
    </dgm:pt>
    <dgm:pt modelId="{20CF4053-C0C7-47CB-98DA-AC628886B00F}" type="pres">
      <dgm:prSet presAssocID="{67B561A8-74DD-4E8E-99BF-FF8932845496}" presName="node" presStyleLbl="node1" presStyleIdx="11" presStyleCnt="16">
        <dgm:presLayoutVars>
          <dgm:bulletEnabled val="1"/>
        </dgm:presLayoutVars>
      </dgm:prSet>
      <dgm:spPr/>
    </dgm:pt>
    <dgm:pt modelId="{ECBE9FA1-55BD-47A0-9966-C1F782EC92E1}" type="pres">
      <dgm:prSet presAssocID="{D9A885D4-A04A-48B2-BD16-A1849C89E5A6}" presName="sibTrans" presStyleCnt="0"/>
      <dgm:spPr/>
    </dgm:pt>
    <dgm:pt modelId="{E5372119-35A5-40EF-866A-5983A30D7282}" type="pres">
      <dgm:prSet presAssocID="{6C228DCA-47DB-422E-9BFC-AF26866CAF10}" presName="node" presStyleLbl="node1" presStyleIdx="12" presStyleCnt="16">
        <dgm:presLayoutVars>
          <dgm:bulletEnabled val="1"/>
        </dgm:presLayoutVars>
      </dgm:prSet>
      <dgm:spPr/>
    </dgm:pt>
    <dgm:pt modelId="{78F9EB8C-4AB8-4D37-8FA7-6703FEB06323}" type="pres">
      <dgm:prSet presAssocID="{346CDE5F-2FD3-431E-BD26-4065615C9B16}" presName="sibTrans" presStyleCnt="0"/>
      <dgm:spPr/>
    </dgm:pt>
    <dgm:pt modelId="{6C01F474-FAED-4932-AB5B-356EA99B3186}" type="pres">
      <dgm:prSet presAssocID="{C6DF8A65-14C2-4732-95AF-9F5CCBBE780D}" presName="node" presStyleLbl="node1" presStyleIdx="13" presStyleCnt="16">
        <dgm:presLayoutVars>
          <dgm:bulletEnabled val="1"/>
        </dgm:presLayoutVars>
      </dgm:prSet>
      <dgm:spPr/>
    </dgm:pt>
    <dgm:pt modelId="{19BA6575-6C05-45E4-91F1-F8AF693E3C4A}" type="pres">
      <dgm:prSet presAssocID="{6F48B0A7-A861-43AE-88E1-5AE164974255}" presName="sibTrans" presStyleCnt="0"/>
      <dgm:spPr/>
    </dgm:pt>
    <dgm:pt modelId="{9B057A94-C565-4A48-BD37-682AC04A3D88}" type="pres">
      <dgm:prSet presAssocID="{72AECE1D-70B1-4F3E-93CF-C07F5EEAD7C7}" presName="node" presStyleLbl="node1" presStyleIdx="14" presStyleCnt="16">
        <dgm:presLayoutVars>
          <dgm:bulletEnabled val="1"/>
        </dgm:presLayoutVars>
      </dgm:prSet>
      <dgm:spPr/>
    </dgm:pt>
    <dgm:pt modelId="{514A5F6A-9DBA-441B-A3FF-78BFB447F9FC}" type="pres">
      <dgm:prSet presAssocID="{1D656CD0-5E14-4D60-8D71-BE2E43DB316F}" presName="sibTrans" presStyleCnt="0"/>
      <dgm:spPr/>
    </dgm:pt>
    <dgm:pt modelId="{5A290411-A26B-4AAD-A7E9-5972CC747180}" type="pres">
      <dgm:prSet presAssocID="{54FDD422-2D63-4EF1-A51B-D5D5CBB521FB}" presName="node" presStyleLbl="node1" presStyleIdx="15" presStyleCnt="16">
        <dgm:presLayoutVars>
          <dgm:bulletEnabled val="1"/>
        </dgm:presLayoutVars>
      </dgm:prSet>
      <dgm:spPr/>
    </dgm:pt>
  </dgm:ptLst>
  <dgm:cxnLst>
    <dgm:cxn modelId="{40762C06-E942-4D8D-8F75-72865CA29550}" srcId="{3444E0C5-1530-4727-94BE-A98CD3BC1925}" destId="{4C83A298-5863-4453-B55E-561285A9B55D}" srcOrd="3" destOrd="0" parTransId="{69FB3EB5-7CCA-4A1E-A4D0-C566996562BD}" sibTransId="{3BBD7166-8791-400D-8268-00F684895635}"/>
    <dgm:cxn modelId="{E2B6DC06-36E5-4BA7-A372-4A026B3CFC82}" srcId="{3444E0C5-1530-4727-94BE-A98CD3BC1925}" destId="{3BE1CD6F-59AB-4DFB-8580-FF3AE5DFE842}" srcOrd="5" destOrd="0" parTransId="{E1F7EA7C-19F9-4E4D-9C00-2CB52491E369}" sibTransId="{EF33E55B-CC1D-4593-8C33-DF2CB466473D}"/>
    <dgm:cxn modelId="{46F7490D-23CF-4022-9211-E70BBCCFCACE}" type="presOf" srcId="{67B561A8-74DD-4E8E-99BF-FF8932845496}" destId="{20CF4053-C0C7-47CB-98DA-AC628886B00F}" srcOrd="0" destOrd="0" presId="urn:microsoft.com/office/officeart/2005/8/layout/default"/>
    <dgm:cxn modelId="{6A827A15-FD71-46F8-9792-FB7FE58B2802}" srcId="{3444E0C5-1530-4727-94BE-A98CD3BC1925}" destId="{5ECCDD77-7053-499C-A1F4-CAB18C07D9FE}" srcOrd="8" destOrd="0" parTransId="{ADEFB693-BF79-4DBB-9400-1E515C7973B5}" sibTransId="{FC24B8F2-A83B-4F94-9030-CC9145554401}"/>
    <dgm:cxn modelId="{A4A14717-5D7F-41E1-A8EF-7BA8394BF5D2}" srcId="{3444E0C5-1530-4727-94BE-A98CD3BC1925}" destId="{9827A6C0-0FA5-48A2-B284-0722A993FA26}" srcOrd="9" destOrd="0" parTransId="{363E9D8F-89E8-4F06-B072-22C04BABBD53}" sibTransId="{DCAE3945-E05C-43A2-B59F-E20664DE8726}"/>
    <dgm:cxn modelId="{69B5AB1F-7C6A-464A-ABB4-0764ADF4FA0B}" type="presOf" srcId="{7032C72E-A9DB-49DB-B928-58BE9053BA9E}" destId="{97719CFC-5D7B-43DE-9E59-96C5844578E0}" srcOrd="0" destOrd="0" presId="urn:microsoft.com/office/officeart/2005/8/layout/default"/>
    <dgm:cxn modelId="{2043D81F-0589-4637-9D6A-151E278B46DC}" type="presOf" srcId="{4C83A298-5863-4453-B55E-561285A9B55D}" destId="{CB033622-8E8D-4303-8244-48175FFCAF4F}" srcOrd="0" destOrd="0" presId="urn:microsoft.com/office/officeart/2005/8/layout/default"/>
    <dgm:cxn modelId="{1753E935-0EEB-4957-868D-29DBCE586B67}" srcId="{3444E0C5-1530-4727-94BE-A98CD3BC1925}" destId="{D3766D48-9B1A-4505-A5EB-3EB1065FFE73}" srcOrd="6" destOrd="0" parTransId="{7CD52D87-4A21-4F83-B144-B29F038001EF}" sibTransId="{E65A4007-D8A7-4BC9-BB6D-C875E2959683}"/>
    <dgm:cxn modelId="{39756663-DFCF-475B-804E-BB9A88351D17}" srcId="{3444E0C5-1530-4727-94BE-A98CD3BC1925}" destId="{7A280591-E43B-4245-B971-4CEB450A38C7}" srcOrd="4" destOrd="0" parTransId="{EFA076A4-B1BE-4348-A9D5-039EDAD5A901}" sibTransId="{C9779A0D-FB4C-4CFC-932A-A87BE877FF30}"/>
    <dgm:cxn modelId="{757D4367-F60F-4E00-BAE4-40639E4EAA43}" type="presOf" srcId="{54FDD422-2D63-4EF1-A51B-D5D5CBB521FB}" destId="{5A290411-A26B-4AAD-A7E9-5972CC747180}" srcOrd="0" destOrd="0" presId="urn:microsoft.com/office/officeart/2005/8/layout/default"/>
    <dgm:cxn modelId="{C6AD6F67-1267-4C70-8FD0-8B8ED1DF8E5A}" type="presOf" srcId="{7A280591-E43B-4245-B971-4CEB450A38C7}" destId="{65ED88CF-9902-4149-B784-5C724EB5F838}" srcOrd="0" destOrd="0" presId="urn:microsoft.com/office/officeart/2005/8/layout/default"/>
    <dgm:cxn modelId="{27D1856B-B29C-46D9-A8B6-8695D5D0DC55}" srcId="{3444E0C5-1530-4727-94BE-A98CD3BC1925}" destId="{72370C1E-C580-4598-8CB8-ABE2C82DB975}" srcOrd="10" destOrd="0" parTransId="{3A724AAD-27CE-466B-A993-BB0830EEDDFA}" sibTransId="{1294449D-C3D5-476A-B41F-9EBFD52ACF46}"/>
    <dgm:cxn modelId="{0C5D9E4D-5E9A-4ED7-825E-D894F409608C}" type="presOf" srcId="{C6DF8A65-14C2-4732-95AF-9F5CCBBE780D}" destId="{6C01F474-FAED-4932-AB5B-356EA99B3186}" srcOrd="0" destOrd="0" presId="urn:microsoft.com/office/officeart/2005/8/layout/default"/>
    <dgm:cxn modelId="{8E75D86D-19D6-4A2A-9D9D-F054871F0B5E}" type="presOf" srcId="{72AECE1D-70B1-4F3E-93CF-C07F5EEAD7C7}" destId="{9B057A94-C565-4A48-BD37-682AC04A3D88}" srcOrd="0" destOrd="0" presId="urn:microsoft.com/office/officeart/2005/8/layout/default"/>
    <dgm:cxn modelId="{5684354F-88A2-4280-979C-3BE9FB9BB401}" type="presOf" srcId="{3444E0C5-1530-4727-94BE-A98CD3BC1925}" destId="{7F3C7096-0476-46C2-B8DD-08E52EE6E291}" srcOrd="0" destOrd="0" presId="urn:microsoft.com/office/officeart/2005/8/layout/default"/>
    <dgm:cxn modelId="{5F7FD251-7CB3-4C0C-ABD1-F9BF05CD574C}" srcId="{3444E0C5-1530-4727-94BE-A98CD3BC1925}" destId="{54FDD422-2D63-4EF1-A51B-D5D5CBB521FB}" srcOrd="15" destOrd="0" parTransId="{739CA267-F513-4894-AF0E-102942D92359}" sibTransId="{B83A0382-C751-44DE-AD56-AF9F60688313}"/>
    <dgm:cxn modelId="{4B7D2B7E-91CE-468F-A2CA-13614F640F2F}" srcId="{3444E0C5-1530-4727-94BE-A98CD3BC1925}" destId="{67DDAC0D-010F-4A07-8FC4-97C58D93A0D9}" srcOrd="2" destOrd="0" parTransId="{E143394E-133E-4A74-A773-E9162F60AF5E}" sibTransId="{231A0C29-37FD-462A-A3DC-2751CE4EB9B7}"/>
    <dgm:cxn modelId="{614B7D99-A49F-492F-9112-10591E12856B}" type="presOf" srcId="{C4B6023C-722D-4D51-957F-5290B1F9BAB0}" destId="{A676EDDA-907E-4E41-836E-9E9B9C25ECCB}" srcOrd="0" destOrd="0" presId="urn:microsoft.com/office/officeart/2005/8/layout/default"/>
    <dgm:cxn modelId="{D19CA999-218A-4618-8570-B05CC3B03383}" type="presOf" srcId="{72370C1E-C580-4598-8CB8-ABE2C82DB975}" destId="{210196B9-7F0C-46CD-8E5A-D390B37FBA0C}" srcOrd="0" destOrd="0" presId="urn:microsoft.com/office/officeart/2005/8/layout/default"/>
    <dgm:cxn modelId="{932FB69C-A7B9-4998-AE07-87B9375C934A}" type="presOf" srcId="{3BE1CD6F-59AB-4DFB-8580-FF3AE5DFE842}" destId="{CC740F83-6235-4AD2-8CD5-BE932865F605}" srcOrd="0" destOrd="0" presId="urn:microsoft.com/office/officeart/2005/8/layout/default"/>
    <dgm:cxn modelId="{F4C4EEA4-B674-4F92-ABB3-227CAB5AE848}" srcId="{3444E0C5-1530-4727-94BE-A98CD3BC1925}" destId="{72AECE1D-70B1-4F3E-93CF-C07F5EEAD7C7}" srcOrd="14" destOrd="0" parTransId="{4EE2C74A-907E-4548-A963-2B8B08F8062A}" sibTransId="{1D656CD0-5E14-4D60-8D71-BE2E43DB316F}"/>
    <dgm:cxn modelId="{54A1BDAE-2FC1-4CDA-81AD-49C7E105AAAF}" type="presOf" srcId="{9827A6C0-0FA5-48A2-B284-0722A993FA26}" destId="{28DD8823-9CC5-43E6-BF10-B2338D48975B}" srcOrd="0" destOrd="0" presId="urn:microsoft.com/office/officeart/2005/8/layout/default"/>
    <dgm:cxn modelId="{4C5A28B1-7FA0-472C-BDE5-71F5B06FE940}" srcId="{3444E0C5-1530-4727-94BE-A98CD3BC1925}" destId="{67B561A8-74DD-4E8E-99BF-FF8932845496}" srcOrd="11" destOrd="0" parTransId="{FFDB8F26-C861-4B3B-9369-CCE807ACB69E}" sibTransId="{D9A885D4-A04A-48B2-BD16-A1849C89E5A6}"/>
    <dgm:cxn modelId="{C62312B2-F529-4DFB-B71E-C072A1A4DB00}" type="presOf" srcId="{D3766D48-9B1A-4505-A5EB-3EB1065FFE73}" destId="{77D0336A-8C98-4A14-B98D-12A010B3D85A}" srcOrd="0" destOrd="0" presId="urn:microsoft.com/office/officeart/2005/8/layout/default"/>
    <dgm:cxn modelId="{C05A83B8-ACAE-42EA-9F0F-488AC6C3B9A0}" srcId="{3444E0C5-1530-4727-94BE-A98CD3BC1925}" destId="{6C228DCA-47DB-422E-9BFC-AF26866CAF10}" srcOrd="12" destOrd="0" parTransId="{95EC33D6-6AA3-48DC-83BD-325506B05A7C}" sibTransId="{346CDE5F-2FD3-431E-BD26-4065615C9B16}"/>
    <dgm:cxn modelId="{307BFABB-3A0D-46E6-A33A-8D6960F3227A}" srcId="{3444E0C5-1530-4727-94BE-A98CD3BC1925}" destId="{C6DF8A65-14C2-4732-95AF-9F5CCBBE780D}" srcOrd="13" destOrd="0" parTransId="{BD1F8FA2-644A-47E5-8636-5F607C017DA9}" sibTransId="{6F48B0A7-A861-43AE-88E1-5AE164974255}"/>
    <dgm:cxn modelId="{66621AC8-2FC6-4F70-B2DE-BB6A86CB899E}" type="presOf" srcId="{DE26551D-668C-44ED-AE47-1689AE7DF669}" destId="{8509A54A-67DB-4F83-8609-42C61C4ADC29}" srcOrd="0" destOrd="0" presId="urn:microsoft.com/office/officeart/2005/8/layout/default"/>
    <dgm:cxn modelId="{6006A6CC-3B7F-4E97-8E08-98C97600A430}" type="presOf" srcId="{5ECCDD77-7053-499C-A1F4-CAB18C07D9FE}" destId="{3BE13D26-C8A7-468C-BE44-275BE8B6AC0A}" srcOrd="0" destOrd="0" presId="urn:microsoft.com/office/officeart/2005/8/layout/default"/>
    <dgm:cxn modelId="{858229D9-BA89-4B2B-8048-CB76F195EDAE}" srcId="{3444E0C5-1530-4727-94BE-A98CD3BC1925}" destId="{7032C72E-A9DB-49DB-B928-58BE9053BA9E}" srcOrd="0" destOrd="0" parTransId="{D5ED0B3D-0B25-49A9-9736-B8CBEC4DF4EA}" sibTransId="{E97D9449-A681-47CF-9E0A-57C358EDF4C7}"/>
    <dgm:cxn modelId="{070A13F0-75B8-48BF-B886-41A0E1B46FBE}" type="presOf" srcId="{6C228DCA-47DB-422E-9BFC-AF26866CAF10}" destId="{E5372119-35A5-40EF-866A-5983A30D7282}" srcOrd="0" destOrd="0" presId="urn:microsoft.com/office/officeart/2005/8/layout/default"/>
    <dgm:cxn modelId="{F9220CF2-CB82-4E97-B4D1-23660E154920}" srcId="{3444E0C5-1530-4727-94BE-A98CD3BC1925}" destId="{DE26551D-668C-44ED-AE47-1689AE7DF669}" srcOrd="7" destOrd="0" parTransId="{82227684-E5EF-4AE9-9C10-0707C1E75661}" sibTransId="{5E383E8A-1BFF-427E-94C5-53C65EBAC2DA}"/>
    <dgm:cxn modelId="{24D092FA-4594-40ED-AC96-2B63AF9B7868}" srcId="{3444E0C5-1530-4727-94BE-A98CD3BC1925}" destId="{C4B6023C-722D-4D51-957F-5290B1F9BAB0}" srcOrd="1" destOrd="0" parTransId="{298D39E4-F345-480B-AD92-8777AA164D6E}" sibTransId="{AFB66D25-E53E-4FBA-B733-9D304562A884}"/>
    <dgm:cxn modelId="{4B37CFFB-F9EB-4A06-831D-4BA82A8E5DF9}" type="presOf" srcId="{67DDAC0D-010F-4A07-8FC4-97C58D93A0D9}" destId="{89B322C8-FFFF-4278-BBAF-B1092A5E29BD}" srcOrd="0" destOrd="0" presId="urn:microsoft.com/office/officeart/2005/8/layout/default"/>
    <dgm:cxn modelId="{B0159D1A-F9F5-4075-B206-7B2E319589B9}" type="presParOf" srcId="{7F3C7096-0476-46C2-B8DD-08E52EE6E291}" destId="{97719CFC-5D7B-43DE-9E59-96C5844578E0}" srcOrd="0" destOrd="0" presId="urn:microsoft.com/office/officeart/2005/8/layout/default"/>
    <dgm:cxn modelId="{7A23C2F6-62BE-4B75-BCD0-6A1646012B02}" type="presParOf" srcId="{7F3C7096-0476-46C2-B8DD-08E52EE6E291}" destId="{E962E9BC-A216-4D16-A470-3454B90C75BF}" srcOrd="1" destOrd="0" presId="urn:microsoft.com/office/officeart/2005/8/layout/default"/>
    <dgm:cxn modelId="{62C8DC91-8805-4B41-ABEE-DF4A39F6CE8B}" type="presParOf" srcId="{7F3C7096-0476-46C2-B8DD-08E52EE6E291}" destId="{A676EDDA-907E-4E41-836E-9E9B9C25ECCB}" srcOrd="2" destOrd="0" presId="urn:microsoft.com/office/officeart/2005/8/layout/default"/>
    <dgm:cxn modelId="{7F6762F9-27F0-4256-8D49-99A9DA07CF93}" type="presParOf" srcId="{7F3C7096-0476-46C2-B8DD-08E52EE6E291}" destId="{C0AA206E-F25F-491D-A8D4-4A57D202F915}" srcOrd="3" destOrd="0" presId="urn:microsoft.com/office/officeart/2005/8/layout/default"/>
    <dgm:cxn modelId="{8F4C918C-899B-498A-9687-D311FCEA64AE}" type="presParOf" srcId="{7F3C7096-0476-46C2-B8DD-08E52EE6E291}" destId="{89B322C8-FFFF-4278-BBAF-B1092A5E29BD}" srcOrd="4" destOrd="0" presId="urn:microsoft.com/office/officeart/2005/8/layout/default"/>
    <dgm:cxn modelId="{ABDBB4E0-E47D-41B7-963F-C02E3B7F12E5}" type="presParOf" srcId="{7F3C7096-0476-46C2-B8DD-08E52EE6E291}" destId="{B749BB3E-362E-4108-B447-3809D2C007FB}" srcOrd="5" destOrd="0" presId="urn:microsoft.com/office/officeart/2005/8/layout/default"/>
    <dgm:cxn modelId="{F80216DB-C14E-4971-A960-10FA60AF353F}" type="presParOf" srcId="{7F3C7096-0476-46C2-B8DD-08E52EE6E291}" destId="{CB033622-8E8D-4303-8244-48175FFCAF4F}" srcOrd="6" destOrd="0" presId="urn:microsoft.com/office/officeart/2005/8/layout/default"/>
    <dgm:cxn modelId="{111B5FE1-1E59-4166-B505-2C1F371D6986}" type="presParOf" srcId="{7F3C7096-0476-46C2-B8DD-08E52EE6E291}" destId="{64A2DE78-3299-40EC-9117-FCED7AC56C40}" srcOrd="7" destOrd="0" presId="urn:microsoft.com/office/officeart/2005/8/layout/default"/>
    <dgm:cxn modelId="{8E65CE73-EB5C-4F4D-B72F-5781C233111A}" type="presParOf" srcId="{7F3C7096-0476-46C2-B8DD-08E52EE6E291}" destId="{65ED88CF-9902-4149-B784-5C724EB5F838}" srcOrd="8" destOrd="0" presId="urn:microsoft.com/office/officeart/2005/8/layout/default"/>
    <dgm:cxn modelId="{80AC00F4-15CE-49CE-B83D-0B5176FE11E9}" type="presParOf" srcId="{7F3C7096-0476-46C2-B8DD-08E52EE6E291}" destId="{82A6B1B5-2D5B-44AB-AD41-1A10A5BBA171}" srcOrd="9" destOrd="0" presId="urn:microsoft.com/office/officeart/2005/8/layout/default"/>
    <dgm:cxn modelId="{E5172322-A955-4CFE-B3A3-5163C6708B82}" type="presParOf" srcId="{7F3C7096-0476-46C2-B8DD-08E52EE6E291}" destId="{CC740F83-6235-4AD2-8CD5-BE932865F605}" srcOrd="10" destOrd="0" presId="urn:microsoft.com/office/officeart/2005/8/layout/default"/>
    <dgm:cxn modelId="{8C887FE9-F3C8-4D01-A9B7-AD6E691759C3}" type="presParOf" srcId="{7F3C7096-0476-46C2-B8DD-08E52EE6E291}" destId="{75C61F69-985F-4BE0-BCE5-B37CBF8398BA}" srcOrd="11" destOrd="0" presId="urn:microsoft.com/office/officeart/2005/8/layout/default"/>
    <dgm:cxn modelId="{03135D08-076B-4F54-BEED-811C3B2C233A}" type="presParOf" srcId="{7F3C7096-0476-46C2-B8DD-08E52EE6E291}" destId="{77D0336A-8C98-4A14-B98D-12A010B3D85A}" srcOrd="12" destOrd="0" presId="urn:microsoft.com/office/officeart/2005/8/layout/default"/>
    <dgm:cxn modelId="{31A462FC-B495-4FFE-813C-E66B94149644}" type="presParOf" srcId="{7F3C7096-0476-46C2-B8DD-08E52EE6E291}" destId="{C1EE5E90-2E57-4324-95E5-EFD4EFE8D32B}" srcOrd="13" destOrd="0" presId="urn:microsoft.com/office/officeart/2005/8/layout/default"/>
    <dgm:cxn modelId="{D2A445D1-D1EA-4AE2-8333-60FC753A01B2}" type="presParOf" srcId="{7F3C7096-0476-46C2-B8DD-08E52EE6E291}" destId="{8509A54A-67DB-4F83-8609-42C61C4ADC29}" srcOrd="14" destOrd="0" presId="urn:microsoft.com/office/officeart/2005/8/layout/default"/>
    <dgm:cxn modelId="{85FADFFD-4481-4351-A795-74D378AF4DD4}" type="presParOf" srcId="{7F3C7096-0476-46C2-B8DD-08E52EE6E291}" destId="{09288794-7B4D-4202-B415-396481EDE436}" srcOrd="15" destOrd="0" presId="urn:microsoft.com/office/officeart/2005/8/layout/default"/>
    <dgm:cxn modelId="{AA3B7DFE-E1FC-46DF-B69A-66CA9E94C43D}" type="presParOf" srcId="{7F3C7096-0476-46C2-B8DD-08E52EE6E291}" destId="{3BE13D26-C8A7-468C-BE44-275BE8B6AC0A}" srcOrd="16" destOrd="0" presId="urn:microsoft.com/office/officeart/2005/8/layout/default"/>
    <dgm:cxn modelId="{24A2EB91-0D57-4224-AF42-483445BAD0D0}" type="presParOf" srcId="{7F3C7096-0476-46C2-B8DD-08E52EE6E291}" destId="{5417E739-2097-4556-9A51-EC3892D91B55}" srcOrd="17" destOrd="0" presId="urn:microsoft.com/office/officeart/2005/8/layout/default"/>
    <dgm:cxn modelId="{74E65F5D-0FEB-4FEE-B049-EC093BB70BD2}" type="presParOf" srcId="{7F3C7096-0476-46C2-B8DD-08E52EE6E291}" destId="{28DD8823-9CC5-43E6-BF10-B2338D48975B}" srcOrd="18" destOrd="0" presId="urn:microsoft.com/office/officeart/2005/8/layout/default"/>
    <dgm:cxn modelId="{9E786F8A-4A43-4D16-AB24-5ED0C9C9961E}" type="presParOf" srcId="{7F3C7096-0476-46C2-B8DD-08E52EE6E291}" destId="{FBD662D4-6D87-4784-B55E-3315D0D8EF69}" srcOrd="19" destOrd="0" presId="urn:microsoft.com/office/officeart/2005/8/layout/default"/>
    <dgm:cxn modelId="{4D731CB3-22BA-4B95-8D4D-EF1F9D0ACBCB}" type="presParOf" srcId="{7F3C7096-0476-46C2-B8DD-08E52EE6E291}" destId="{210196B9-7F0C-46CD-8E5A-D390B37FBA0C}" srcOrd="20" destOrd="0" presId="urn:microsoft.com/office/officeart/2005/8/layout/default"/>
    <dgm:cxn modelId="{92175859-B070-46B8-A27C-9E720E0A9D7C}" type="presParOf" srcId="{7F3C7096-0476-46C2-B8DD-08E52EE6E291}" destId="{03F0E0B9-27CA-459E-BBD8-FA6D5428A2BA}" srcOrd="21" destOrd="0" presId="urn:microsoft.com/office/officeart/2005/8/layout/default"/>
    <dgm:cxn modelId="{E71C2A12-BCAB-4867-BEB6-46CB863EF4C6}" type="presParOf" srcId="{7F3C7096-0476-46C2-B8DD-08E52EE6E291}" destId="{20CF4053-C0C7-47CB-98DA-AC628886B00F}" srcOrd="22" destOrd="0" presId="urn:microsoft.com/office/officeart/2005/8/layout/default"/>
    <dgm:cxn modelId="{76E6DC39-6264-48B8-9793-66F0C11ADE08}" type="presParOf" srcId="{7F3C7096-0476-46C2-B8DD-08E52EE6E291}" destId="{ECBE9FA1-55BD-47A0-9966-C1F782EC92E1}" srcOrd="23" destOrd="0" presId="urn:microsoft.com/office/officeart/2005/8/layout/default"/>
    <dgm:cxn modelId="{CB1FAE74-B3FB-4D31-B787-DE38A66DCB7C}" type="presParOf" srcId="{7F3C7096-0476-46C2-B8DD-08E52EE6E291}" destId="{E5372119-35A5-40EF-866A-5983A30D7282}" srcOrd="24" destOrd="0" presId="urn:microsoft.com/office/officeart/2005/8/layout/default"/>
    <dgm:cxn modelId="{DED71A8A-C5A2-4506-A639-2986120C5CDD}" type="presParOf" srcId="{7F3C7096-0476-46C2-B8DD-08E52EE6E291}" destId="{78F9EB8C-4AB8-4D37-8FA7-6703FEB06323}" srcOrd="25" destOrd="0" presId="urn:microsoft.com/office/officeart/2005/8/layout/default"/>
    <dgm:cxn modelId="{A3464130-3AC1-4B17-B213-E03F17893D87}" type="presParOf" srcId="{7F3C7096-0476-46C2-B8DD-08E52EE6E291}" destId="{6C01F474-FAED-4932-AB5B-356EA99B3186}" srcOrd="26" destOrd="0" presId="urn:microsoft.com/office/officeart/2005/8/layout/default"/>
    <dgm:cxn modelId="{DCC7DEF8-855C-4EBC-B12B-07E4E145117C}" type="presParOf" srcId="{7F3C7096-0476-46C2-B8DD-08E52EE6E291}" destId="{19BA6575-6C05-45E4-91F1-F8AF693E3C4A}" srcOrd="27" destOrd="0" presId="urn:microsoft.com/office/officeart/2005/8/layout/default"/>
    <dgm:cxn modelId="{331ED342-FF92-4653-98F1-D51CAB485085}" type="presParOf" srcId="{7F3C7096-0476-46C2-B8DD-08E52EE6E291}" destId="{9B057A94-C565-4A48-BD37-682AC04A3D88}" srcOrd="28" destOrd="0" presId="urn:microsoft.com/office/officeart/2005/8/layout/default"/>
    <dgm:cxn modelId="{774FEAC4-4CF3-4254-95B0-CFAC6C881101}" type="presParOf" srcId="{7F3C7096-0476-46C2-B8DD-08E52EE6E291}" destId="{514A5F6A-9DBA-441B-A3FF-78BFB447F9FC}" srcOrd="29" destOrd="0" presId="urn:microsoft.com/office/officeart/2005/8/layout/default"/>
    <dgm:cxn modelId="{FB90CCC6-A3A3-47DE-8FBC-6852154AFBE9}" type="presParOf" srcId="{7F3C7096-0476-46C2-B8DD-08E52EE6E291}" destId="{5A290411-A26B-4AAD-A7E9-5972CC747180}" srcOrd="3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A7FD2E-1B52-4CE8-ABAE-B631E2FF8B1C}" type="doc">
      <dgm:prSet loTypeId="urn:microsoft.com/office/officeart/2016/7/layout/RepeatingBendingProcessNew" loCatId="process" qsTypeId="urn:microsoft.com/office/officeart/2005/8/quickstyle/simple1" qsCatId="simple" csTypeId="urn:microsoft.com/office/officeart/2005/8/colors/colorful1" csCatId="colorful"/>
      <dgm:spPr/>
      <dgm:t>
        <a:bodyPr/>
        <a:lstStyle/>
        <a:p>
          <a:endParaRPr lang="en-US"/>
        </a:p>
      </dgm:t>
    </dgm:pt>
    <dgm:pt modelId="{67C260C0-1C14-4F2E-823B-F707536047E5}">
      <dgm:prSet/>
      <dgm:spPr/>
      <dgm:t>
        <a:bodyPr/>
        <a:lstStyle/>
        <a:p>
          <a:r>
            <a:rPr lang="en-US" b="1"/>
            <a:t>SQL Techniques Used</a:t>
          </a:r>
          <a:endParaRPr lang="en-US"/>
        </a:p>
      </dgm:t>
    </dgm:pt>
    <dgm:pt modelId="{CB88B3EF-52DE-4705-8F89-5DD73036803B}" type="parTrans" cxnId="{6D57D9AA-A312-441D-9951-B792041C1D75}">
      <dgm:prSet/>
      <dgm:spPr/>
      <dgm:t>
        <a:bodyPr/>
        <a:lstStyle/>
        <a:p>
          <a:endParaRPr lang="en-US"/>
        </a:p>
      </dgm:t>
    </dgm:pt>
    <dgm:pt modelId="{C6F759F0-31A1-4348-A08F-957EED92C642}" type="sibTrans" cxnId="{6D57D9AA-A312-441D-9951-B792041C1D75}">
      <dgm:prSet/>
      <dgm:spPr/>
      <dgm:t>
        <a:bodyPr/>
        <a:lstStyle/>
        <a:p>
          <a:endParaRPr lang="en-US"/>
        </a:p>
      </dgm:t>
    </dgm:pt>
    <dgm:pt modelId="{644AECB8-C6B0-4C1D-AA3F-8A323C161CF9}">
      <dgm:prSet/>
      <dgm:spPr/>
      <dgm:t>
        <a:bodyPr/>
        <a:lstStyle/>
        <a:p>
          <a:r>
            <a:rPr lang="en-US"/>
            <a:t>SELECT </a:t>
          </a:r>
        </a:p>
      </dgm:t>
    </dgm:pt>
    <dgm:pt modelId="{B94ACB99-B27B-418B-876E-7516C175B3BA}" type="parTrans" cxnId="{163C4249-5D8C-445C-A59A-BA45AA44382D}">
      <dgm:prSet/>
      <dgm:spPr/>
      <dgm:t>
        <a:bodyPr/>
        <a:lstStyle/>
        <a:p>
          <a:endParaRPr lang="en-US"/>
        </a:p>
      </dgm:t>
    </dgm:pt>
    <dgm:pt modelId="{2774C51B-1876-40A1-BDBB-3629FCF0CAE4}" type="sibTrans" cxnId="{163C4249-5D8C-445C-A59A-BA45AA44382D}">
      <dgm:prSet/>
      <dgm:spPr/>
      <dgm:t>
        <a:bodyPr/>
        <a:lstStyle/>
        <a:p>
          <a:endParaRPr lang="en-US"/>
        </a:p>
      </dgm:t>
    </dgm:pt>
    <dgm:pt modelId="{E6DD6D3F-ECAF-4D2A-913F-6C87C22535D2}">
      <dgm:prSet/>
      <dgm:spPr/>
      <dgm:t>
        <a:bodyPr/>
        <a:lstStyle/>
        <a:p>
          <a:r>
            <a:rPr lang="en-US"/>
            <a:t>WHERE </a:t>
          </a:r>
        </a:p>
      </dgm:t>
    </dgm:pt>
    <dgm:pt modelId="{992467AD-51EB-4207-92C3-C20988D9B3F0}" type="parTrans" cxnId="{9433FB67-9515-4946-BD3A-144869B9AF3B}">
      <dgm:prSet/>
      <dgm:spPr/>
      <dgm:t>
        <a:bodyPr/>
        <a:lstStyle/>
        <a:p>
          <a:endParaRPr lang="en-US"/>
        </a:p>
      </dgm:t>
    </dgm:pt>
    <dgm:pt modelId="{511E937C-8E95-4DAB-B00A-9B2198A5E75E}" type="sibTrans" cxnId="{9433FB67-9515-4946-BD3A-144869B9AF3B}">
      <dgm:prSet/>
      <dgm:spPr/>
      <dgm:t>
        <a:bodyPr/>
        <a:lstStyle/>
        <a:p>
          <a:endParaRPr lang="en-US"/>
        </a:p>
      </dgm:t>
    </dgm:pt>
    <dgm:pt modelId="{4E754601-3194-43B0-AF22-24D9D07C42FE}">
      <dgm:prSet/>
      <dgm:spPr/>
      <dgm:t>
        <a:bodyPr/>
        <a:lstStyle/>
        <a:p>
          <a:r>
            <a:rPr lang="en-US"/>
            <a:t>INNER JOIN </a:t>
          </a:r>
        </a:p>
      </dgm:t>
    </dgm:pt>
    <dgm:pt modelId="{086B2EF5-AA3C-4347-BD19-78F1BB0AA011}" type="parTrans" cxnId="{D3E2E814-47FD-4955-A722-44D931FB3B99}">
      <dgm:prSet/>
      <dgm:spPr/>
      <dgm:t>
        <a:bodyPr/>
        <a:lstStyle/>
        <a:p>
          <a:endParaRPr lang="en-US"/>
        </a:p>
      </dgm:t>
    </dgm:pt>
    <dgm:pt modelId="{AB7EFA0A-DB14-41E1-BF19-29D866CC20A7}" type="sibTrans" cxnId="{D3E2E814-47FD-4955-A722-44D931FB3B99}">
      <dgm:prSet/>
      <dgm:spPr/>
      <dgm:t>
        <a:bodyPr/>
        <a:lstStyle/>
        <a:p>
          <a:endParaRPr lang="en-US"/>
        </a:p>
      </dgm:t>
    </dgm:pt>
    <dgm:pt modelId="{42B1C120-5C1C-4896-BED9-608BF480DA1F}">
      <dgm:prSet/>
      <dgm:spPr/>
      <dgm:t>
        <a:bodyPr/>
        <a:lstStyle/>
        <a:p>
          <a:r>
            <a:rPr lang="en-US"/>
            <a:t>GROUP BY </a:t>
          </a:r>
        </a:p>
      </dgm:t>
    </dgm:pt>
    <dgm:pt modelId="{892E531A-63A7-48A1-954B-D84E4042778D}" type="parTrans" cxnId="{4C20078E-5D23-4A28-B1F8-61331F58381E}">
      <dgm:prSet/>
      <dgm:spPr/>
      <dgm:t>
        <a:bodyPr/>
        <a:lstStyle/>
        <a:p>
          <a:endParaRPr lang="en-US"/>
        </a:p>
      </dgm:t>
    </dgm:pt>
    <dgm:pt modelId="{71DF64B3-F003-4A19-9AA6-98C8DFD76DAA}" type="sibTrans" cxnId="{4C20078E-5D23-4A28-B1F8-61331F58381E}">
      <dgm:prSet/>
      <dgm:spPr/>
      <dgm:t>
        <a:bodyPr/>
        <a:lstStyle/>
        <a:p>
          <a:endParaRPr lang="en-US"/>
        </a:p>
      </dgm:t>
    </dgm:pt>
    <dgm:pt modelId="{50C5BF64-EFB6-498D-B1FA-FF94F8EB3B07}">
      <dgm:prSet/>
      <dgm:spPr/>
      <dgm:t>
        <a:bodyPr/>
        <a:lstStyle/>
        <a:p>
          <a:r>
            <a:rPr lang="en-US"/>
            <a:t>SUM() </a:t>
          </a:r>
        </a:p>
      </dgm:t>
    </dgm:pt>
    <dgm:pt modelId="{88762CE6-1497-42C9-B156-AAAF5E29A969}" type="parTrans" cxnId="{2F4A172B-02C4-4A4A-AED4-70A86BAF59CB}">
      <dgm:prSet/>
      <dgm:spPr/>
      <dgm:t>
        <a:bodyPr/>
        <a:lstStyle/>
        <a:p>
          <a:endParaRPr lang="en-US"/>
        </a:p>
      </dgm:t>
    </dgm:pt>
    <dgm:pt modelId="{0522BF7F-A4D6-455B-A440-449EBFCD60A0}" type="sibTrans" cxnId="{2F4A172B-02C4-4A4A-AED4-70A86BAF59CB}">
      <dgm:prSet/>
      <dgm:spPr/>
      <dgm:t>
        <a:bodyPr/>
        <a:lstStyle/>
        <a:p>
          <a:endParaRPr lang="en-US"/>
        </a:p>
      </dgm:t>
    </dgm:pt>
    <dgm:pt modelId="{0A563E63-B558-41BC-B64B-F72E9693FCD7}">
      <dgm:prSet/>
      <dgm:spPr/>
      <dgm:t>
        <a:bodyPr/>
        <a:lstStyle/>
        <a:p>
          <a:r>
            <a:rPr lang="en-US"/>
            <a:t>AVG() </a:t>
          </a:r>
        </a:p>
      </dgm:t>
    </dgm:pt>
    <dgm:pt modelId="{7A7241D5-E1BC-4DA3-9C49-C758509CED59}" type="parTrans" cxnId="{CE893FE1-1D81-4887-949B-B9ADBFD29F7C}">
      <dgm:prSet/>
      <dgm:spPr/>
      <dgm:t>
        <a:bodyPr/>
        <a:lstStyle/>
        <a:p>
          <a:endParaRPr lang="en-US"/>
        </a:p>
      </dgm:t>
    </dgm:pt>
    <dgm:pt modelId="{9AC39287-4A88-417D-9D23-9126FB676B2D}" type="sibTrans" cxnId="{CE893FE1-1D81-4887-949B-B9ADBFD29F7C}">
      <dgm:prSet/>
      <dgm:spPr/>
      <dgm:t>
        <a:bodyPr/>
        <a:lstStyle/>
        <a:p>
          <a:endParaRPr lang="en-US"/>
        </a:p>
      </dgm:t>
    </dgm:pt>
    <dgm:pt modelId="{200E7157-39DE-44A1-BD44-CB720110CD28}">
      <dgm:prSet/>
      <dgm:spPr/>
      <dgm:t>
        <a:bodyPr/>
        <a:lstStyle/>
        <a:p>
          <a:r>
            <a:rPr lang="en-US"/>
            <a:t>HAVING </a:t>
          </a:r>
        </a:p>
      </dgm:t>
    </dgm:pt>
    <dgm:pt modelId="{AAE7D26C-FEDC-4255-9C60-C15CB8EACAC6}" type="parTrans" cxnId="{525ECCDB-0FF4-4C29-B7BF-C12767AB2B5B}">
      <dgm:prSet/>
      <dgm:spPr/>
      <dgm:t>
        <a:bodyPr/>
        <a:lstStyle/>
        <a:p>
          <a:endParaRPr lang="en-US"/>
        </a:p>
      </dgm:t>
    </dgm:pt>
    <dgm:pt modelId="{064BA374-F4AE-4E05-9E16-CE78DC50E81A}" type="sibTrans" cxnId="{525ECCDB-0FF4-4C29-B7BF-C12767AB2B5B}">
      <dgm:prSet/>
      <dgm:spPr/>
      <dgm:t>
        <a:bodyPr/>
        <a:lstStyle/>
        <a:p>
          <a:endParaRPr lang="en-US"/>
        </a:p>
      </dgm:t>
    </dgm:pt>
    <dgm:pt modelId="{AD803003-DEFA-401A-9622-8A523979E6FF}">
      <dgm:prSet/>
      <dgm:spPr/>
      <dgm:t>
        <a:bodyPr/>
        <a:lstStyle/>
        <a:p>
          <a:r>
            <a:rPr lang="en-US"/>
            <a:t>ORDER BY </a:t>
          </a:r>
        </a:p>
      </dgm:t>
    </dgm:pt>
    <dgm:pt modelId="{76954C06-79D2-4CEB-83DE-7B5718F3B926}" type="parTrans" cxnId="{1715BEB7-1784-4A0A-8183-B05E34057C92}">
      <dgm:prSet/>
      <dgm:spPr/>
      <dgm:t>
        <a:bodyPr/>
        <a:lstStyle/>
        <a:p>
          <a:endParaRPr lang="en-US"/>
        </a:p>
      </dgm:t>
    </dgm:pt>
    <dgm:pt modelId="{C0426429-5CD8-414B-9232-7C60C15B6FD7}" type="sibTrans" cxnId="{1715BEB7-1784-4A0A-8183-B05E34057C92}">
      <dgm:prSet/>
      <dgm:spPr/>
      <dgm:t>
        <a:bodyPr/>
        <a:lstStyle/>
        <a:p>
          <a:endParaRPr lang="en-US"/>
        </a:p>
      </dgm:t>
    </dgm:pt>
    <dgm:pt modelId="{2566A4DE-BB3F-4D3C-A954-2EB493DDF8FA}">
      <dgm:prSet/>
      <dgm:spPr/>
      <dgm:t>
        <a:bodyPr/>
        <a:lstStyle/>
        <a:p>
          <a:r>
            <a:rPr lang="en-US"/>
            <a:t>LIMIT </a:t>
          </a:r>
        </a:p>
      </dgm:t>
    </dgm:pt>
    <dgm:pt modelId="{14C36060-EF37-4D2F-B53A-52493D23796F}" type="parTrans" cxnId="{27739C10-EB2E-4444-A8D9-A31000C35365}">
      <dgm:prSet/>
      <dgm:spPr/>
      <dgm:t>
        <a:bodyPr/>
        <a:lstStyle/>
        <a:p>
          <a:endParaRPr lang="en-US"/>
        </a:p>
      </dgm:t>
    </dgm:pt>
    <dgm:pt modelId="{97B20858-A088-4FAE-9226-426D19886C61}" type="sibTrans" cxnId="{27739C10-EB2E-4444-A8D9-A31000C35365}">
      <dgm:prSet/>
      <dgm:spPr/>
      <dgm:t>
        <a:bodyPr/>
        <a:lstStyle/>
        <a:p>
          <a:endParaRPr lang="en-US"/>
        </a:p>
      </dgm:t>
    </dgm:pt>
    <dgm:pt modelId="{97133211-F0CC-4EEE-8068-8A8DFF8273B7}">
      <dgm:prSet/>
      <dgm:spPr/>
      <dgm:t>
        <a:bodyPr/>
        <a:lstStyle/>
        <a:p>
          <a:r>
            <a:rPr lang="en-US" b="1"/>
            <a:t>Skills Developed</a:t>
          </a:r>
          <a:endParaRPr lang="en-US"/>
        </a:p>
      </dgm:t>
    </dgm:pt>
    <dgm:pt modelId="{9972D1DD-7E67-49DE-8838-A1D1BCB9A15A}" type="parTrans" cxnId="{DC89E205-9CA1-4E04-A797-42EC430479B8}">
      <dgm:prSet/>
      <dgm:spPr/>
      <dgm:t>
        <a:bodyPr/>
        <a:lstStyle/>
        <a:p>
          <a:endParaRPr lang="en-US"/>
        </a:p>
      </dgm:t>
    </dgm:pt>
    <dgm:pt modelId="{91F9B263-3194-4B85-8209-EF54B061975A}" type="sibTrans" cxnId="{DC89E205-9CA1-4E04-A797-42EC430479B8}">
      <dgm:prSet/>
      <dgm:spPr/>
      <dgm:t>
        <a:bodyPr/>
        <a:lstStyle/>
        <a:p>
          <a:endParaRPr lang="en-US"/>
        </a:p>
      </dgm:t>
    </dgm:pt>
    <dgm:pt modelId="{A7E21B11-FFB0-4A8F-BE8B-DAA271E8F7A6}">
      <dgm:prSet/>
      <dgm:spPr/>
      <dgm:t>
        <a:bodyPr/>
        <a:lstStyle/>
        <a:p>
          <a:r>
            <a:rPr lang="en-US"/>
            <a:t>Data retrieval </a:t>
          </a:r>
        </a:p>
      </dgm:t>
    </dgm:pt>
    <dgm:pt modelId="{9814878A-9CCF-45B8-91F1-C2895696F99F}" type="parTrans" cxnId="{EB60078F-F83F-4BBC-BB96-351EF59D8535}">
      <dgm:prSet/>
      <dgm:spPr/>
      <dgm:t>
        <a:bodyPr/>
        <a:lstStyle/>
        <a:p>
          <a:endParaRPr lang="en-US"/>
        </a:p>
      </dgm:t>
    </dgm:pt>
    <dgm:pt modelId="{4B1D140C-1DD5-4D6B-92BF-17D1F2075297}" type="sibTrans" cxnId="{EB60078F-F83F-4BBC-BB96-351EF59D8535}">
      <dgm:prSet/>
      <dgm:spPr/>
      <dgm:t>
        <a:bodyPr/>
        <a:lstStyle/>
        <a:p>
          <a:endParaRPr lang="en-US"/>
        </a:p>
      </dgm:t>
    </dgm:pt>
    <dgm:pt modelId="{A80B209D-4477-4DB5-9F48-AF1C752D5A94}">
      <dgm:prSet/>
      <dgm:spPr/>
      <dgm:t>
        <a:bodyPr/>
        <a:lstStyle/>
        <a:p>
          <a:r>
            <a:rPr lang="en-US"/>
            <a:t>Data aggregation </a:t>
          </a:r>
        </a:p>
      </dgm:t>
    </dgm:pt>
    <dgm:pt modelId="{9674DBE6-FFB8-47E2-BC89-F6E2542FED43}" type="parTrans" cxnId="{6DB75F6A-1988-47A4-9CF1-D67AB3A04EDC}">
      <dgm:prSet/>
      <dgm:spPr/>
      <dgm:t>
        <a:bodyPr/>
        <a:lstStyle/>
        <a:p>
          <a:endParaRPr lang="en-US"/>
        </a:p>
      </dgm:t>
    </dgm:pt>
    <dgm:pt modelId="{F56F4188-1FA6-486B-99A7-ACC63AF13822}" type="sibTrans" cxnId="{6DB75F6A-1988-47A4-9CF1-D67AB3A04EDC}">
      <dgm:prSet/>
      <dgm:spPr/>
      <dgm:t>
        <a:bodyPr/>
        <a:lstStyle/>
        <a:p>
          <a:endParaRPr lang="en-US"/>
        </a:p>
      </dgm:t>
    </dgm:pt>
    <dgm:pt modelId="{8E45ED81-5337-477F-9288-BEB12BA53BBE}">
      <dgm:prSet/>
      <dgm:spPr/>
      <dgm:t>
        <a:bodyPr/>
        <a:lstStyle/>
        <a:p>
          <a:r>
            <a:rPr lang="en-US"/>
            <a:t>Table relationships </a:t>
          </a:r>
        </a:p>
      </dgm:t>
    </dgm:pt>
    <dgm:pt modelId="{9678FA90-6EB8-411E-BC97-1AF9EA970017}" type="parTrans" cxnId="{5C9C40B1-352B-4A77-95DC-EAD52336F5E4}">
      <dgm:prSet/>
      <dgm:spPr/>
      <dgm:t>
        <a:bodyPr/>
        <a:lstStyle/>
        <a:p>
          <a:endParaRPr lang="en-US"/>
        </a:p>
      </dgm:t>
    </dgm:pt>
    <dgm:pt modelId="{C60DE450-C9FD-45CD-AA3B-FFC624E3E614}" type="sibTrans" cxnId="{5C9C40B1-352B-4A77-95DC-EAD52336F5E4}">
      <dgm:prSet/>
      <dgm:spPr/>
      <dgm:t>
        <a:bodyPr/>
        <a:lstStyle/>
        <a:p>
          <a:endParaRPr lang="en-US"/>
        </a:p>
      </dgm:t>
    </dgm:pt>
    <dgm:pt modelId="{29DAB931-81BB-4859-8157-CB4043121C2B}">
      <dgm:prSet/>
      <dgm:spPr/>
      <dgm:t>
        <a:bodyPr/>
        <a:lstStyle/>
        <a:p>
          <a:r>
            <a:rPr lang="en-US"/>
            <a:t>Business analysis </a:t>
          </a:r>
        </a:p>
      </dgm:t>
    </dgm:pt>
    <dgm:pt modelId="{3E0EDBDA-8DE2-49E6-BF64-9A5422964F9E}" type="parTrans" cxnId="{3581F686-8F68-454B-956E-F1BB82B652F9}">
      <dgm:prSet/>
      <dgm:spPr/>
      <dgm:t>
        <a:bodyPr/>
        <a:lstStyle/>
        <a:p>
          <a:endParaRPr lang="en-US"/>
        </a:p>
      </dgm:t>
    </dgm:pt>
    <dgm:pt modelId="{0B5ED043-B9D6-4598-9375-CC83E4B43C5D}" type="sibTrans" cxnId="{3581F686-8F68-454B-956E-F1BB82B652F9}">
      <dgm:prSet/>
      <dgm:spPr/>
      <dgm:t>
        <a:bodyPr/>
        <a:lstStyle/>
        <a:p>
          <a:endParaRPr lang="en-US"/>
        </a:p>
      </dgm:t>
    </dgm:pt>
    <dgm:pt modelId="{C26A0611-85B5-45D9-AA65-46EE2628CE3A}">
      <dgm:prSet/>
      <dgm:spPr/>
      <dgm:t>
        <a:bodyPr/>
        <a:lstStyle/>
        <a:p>
          <a:r>
            <a:rPr lang="en-US"/>
            <a:t>Public health reporting</a:t>
          </a:r>
        </a:p>
      </dgm:t>
    </dgm:pt>
    <dgm:pt modelId="{558D1E1C-D599-46F0-8746-3844327F0B21}" type="parTrans" cxnId="{1D70C7F0-687D-45C5-B7CD-7BA880B60775}">
      <dgm:prSet/>
      <dgm:spPr/>
      <dgm:t>
        <a:bodyPr/>
        <a:lstStyle/>
        <a:p>
          <a:endParaRPr lang="en-US"/>
        </a:p>
      </dgm:t>
    </dgm:pt>
    <dgm:pt modelId="{6040D299-FFD7-48F6-B98E-F54DE493ED75}" type="sibTrans" cxnId="{1D70C7F0-687D-45C5-B7CD-7BA880B60775}">
      <dgm:prSet/>
      <dgm:spPr/>
      <dgm:t>
        <a:bodyPr/>
        <a:lstStyle/>
        <a:p>
          <a:endParaRPr lang="en-US"/>
        </a:p>
      </dgm:t>
    </dgm:pt>
    <dgm:pt modelId="{A11ADE4A-4931-4D40-81EB-C75EE0ACCE1A}" type="pres">
      <dgm:prSet presAssocID="{CBA7FD2E-1B52-4CE8-ABAE-B631E2FF8B1C}" presName="Name0" presStyleCnt="0">
        <dgm:presLayoutVars>
          <dgm:dir/>
          <dgm:resizeHandles val="exact"/>
        </dgm:presLayoutVars>
      </dgm:prSet>
      <dgm:spPr/>
    </dgm:pt>
    <dgm:pt modelId="{8A2E1BD6-0D8D-4F7A-B52A-24D2175AEBB1}" type="pres">
      <dgm:prSet presAssocID="{67C260C0-1C14-4F2E-823B-F707536047E5}" presName="node" presStyleLbl="node1" presStyleIdx="0" presStyleCnt="16">
        <dgm:presLayoutVars>
          <dgm:bulletEnabled val="1"/>
        </dgm:presLayoutVars>
      </dgm:prSet>
      <dgm:spPr/>
    </dgm:pt>
    <dgm:pt modelId="{8B5CD35D-5208-4E3E-A789-F9F7E51D6FB3}" type="pres">
      <dgm:prSet presAssocID="{C6F759F0-31A1-4348-A08F-957EED92C642}" presName="sibTrans" presStyleLbl="sibTrans1D1" presStyleIdx="0" presStyleCnt="15"/>
      <dgm:spPr/>
    </dgm:pt>
    <dgm:pt modelId="{98433855-FD06-4C20-B1B0-B8F350ECAD7F}" type="pres">
      <dgm:prSet presAssocID="{C6F759F0-31A1-4348-A08F-957EED92C642}" presName="connectorText" presStyleLbl="sibTrans1D1" presStyleIdx="0" presStyleCnt="15"/>
      <dgm:spPr/>
    </dgm:pt>
    <dgm:pt modelId="{256EC753-4308-4D5D-AD11-801B0AF71232}" type="pres">
      <dgm:prSet presAssocID="{644AECB8-C6B0-4C1D-AA3F-8A323C161CF9}" presName="node" presStyleLbl="node1" presStyleIdx="1" presStyleCnt="16">
        <dgm:presLayoutVars>
          <dgm:bulletEnabled val="1"/>
        </dgm:presLayoutVars>
      </dgm:prSet>
      <dgm:spPr/>
    </dgm:pt>
    <dgm:pt modelId="{0ABCC490-657A-465B-960D-53137DA31B3E}" type="pres">
      <dgm:prSet presAssocID="{2774C51B-1876-40A1-BDBB-3629FCF0CAE4}" presName="sibTrans" presStyleLbl="sibTrans1D1" presStyleIdx="1" presStyleCnt="15"/>
      <dgm:spPr/>
    </dgm:pt>
    <dgm:pt modelId="{3591B7BB-D040-442F-9258-20367E4594B4}" type="pres">
      <dgm:prSet presAssocID="{2774C51B-1876-40A1-BDBB-3629FCF0CAE4}" presName="connectorText" presStyleLbl="sibTrans1D1" presStyleIdx="1" presStyleCnt="15"/>
      <dgm:spPr/>
    </dgm:pt>
    <dgm:pt modelId="{E8FE2846-2F0E-4E88-8477-DCC23D730422}" type="pres">
      <dgm:prSet presAssocID="{E6DD6D3F-ECAF-4D2A-913F-6C87C22535D2}" presName="node" presStyleLbl="node1" presStyleIdx="2" presStyleCnt="16">
        <dgm:presLayoutVars>
          <dgm:bulletEnabled val="1"/>
        </dgm:presLayoutVars>
      </dgm:prSet>
      <dgm:spPr/>
    </dgm:pt>
    <dgm:pt modelId="{2FAFF0E4-8433-4EDB-AA92-413BABE1B142}" type="pres">
      <dgm:prSet presAssocID="{511E937C-8E95-4DAB-B00A-9B2198A5E75E}" presName="sibTrans" presStyleLbl="sibTrans1D1" presStyleIdx="2" presStyleCnt="15"/>
      <dgm:spPr/>
    </dgm:pt>
    <dgm:pt modelId="{EA0B39AB-9BE9-479F-9764-D2282975A15B}" type="pres">
      <dgm:prSet presAssocID="{511E937C-8E95-4DAB-B00A-9B2198A5E75E}" presName="connectorText" presStyleLbl="sibTrans1D1" presStyleIdx="2" presStyleCnt="15"/>
      <dgm:spPr/>
    </dgm:pt>
    <dgm:pt modelId="{7E5A7098-658F-4ACF-B23A-358BB962BC33}" type="pres">
      <dgm:prSet presAssocID="{4E754601-3194-43B0-AF22-24D9D07C42FE}" presName="node" presStyleLbl="node1" presStyleIdx="3" presStyleCnt="16">
        <dgm:presLayoutVars>
          <dgm:bulletEnabled val="1"/>
        </dgm:presLayoutVars>
      </dgm:prSet>
      <dgm:spPr/>
    </dgm:pt>
    <dgm:pt modelId="{B52188FD-0936-4007-9F8F-65DCDD951FB5}" type="pres">
      <dgm:prSet presAssocID="{AB7EFA0A-DB14-41E1-BF19-29D866CC20A7}" presName="sibTrans" presStyleLbl="sibTrans1D1" presStyleIdx="3" presStyleCnt="15"/>
      <dgm:spPr/>
    </dgm:pt>
    <dgm:pt modelId="{BB5A8403-4F27-4351-969E-9C1C27A7E151}" type="pres">
      <dgm:prSet presAssocID="{AB7EFA0A-DB14-41E1-BF19-29D866CC20A7}" presName="connectorText" presStyleLbl="sibTrans1D1" presStyleIdx="3" presStyleCnt="15"/>
      <dgm:spPr/>
    </dgm:pt>
    <dgm:pt modelId="{86D97586-87BB-4253-96FE-95A36E8091DB}" type="pres">
      <dgm:prSet presAssocID="{42B1C120-5C1C-4896-BED9-608BF480DA1F}" presName="node" presStyleLbl="node1" presStyleIdx="4" presStyleCnt="16">
        <dgm:presLayoutVars>
          <dgm:bulletEnabled val="1"/>
        </dgm:presLayoutVars>
      </dgm:prSet>
      <dgm:spPr/>
    </dgm:pt>
    <dgm:pt modelId="{94F44C3F-C159-412F-87CD-B7AA349104C8}" type="pres">
      <dgm:prSet presAssocID="{71DF64B3-F003-4A19-9AA6-98C8DFD76DAA}" presName="sibTrans" presStyleLbl="sibTrans1D1" presStyleIdx="4" presStyleCnt="15"/>
      <dgm:spPr/>
    </dgm:pt>
    <dgm:pt modelId="{0A5CB2CA-7307-4C14-80AF-9B2D9F8A95E4}" type="pres">
      <dgm:prSet presAssocID="{71DF64B3-F003-4A19-9AA6-98C8DFD76DAA}" presName="connectorText" presStyleLbl="sibTrans1D1" presStyleIdx="4" presStyleCnt="15"/>
      <dgm:spPr/>
    </dgm:pt>
    <dgm:pt modelId="{CCE77F88-D494-47F2-A124-027D93467C90}" type="pres">
      <dgm:prSet presAssocID="{50C5BF64-EFB6-498D-B1FA-FF94F8EB3B07}" presName="node" presStyleLbl="node1" presStyleIdx="5" presStyleCnt="16">
        <dgm:presLayoutVars>
          <dgm:bulletEnabled val="1"/>
        </dgm:presLayoutVars>
      </dgm:prSet>
      <dgm:spPr/>
    </dgm:pt>
    <dgm:pt modelId="{ACA41784-4078-445D-83C4-BB39F661AC45}" type="pres">
      <dgm:prSet presAssocID="{0522BF7F-A4D6-455B-A440-449EBFCD60A0}" presName="sibTrans" presStyleLbl="sibTrans1D1" presStyleIdx="5" presStyleCnt="15"/>
      <dgm:spPr/>
    </dgm:pt>
    <dgm:pt modelId="{1958F0FD-3EC3-426B-AE2F-4772FA0E085D}" type="pres">
      <dgm:prSet presAssocID="{0522BF7F-A4D6-455B-A440-449EBFCD60A0}" presName="connectorText" presStyleLbl="sibTrans1D1" presStyleIdx="5" presStyleCnt="15"/>
      <dgm:spPr/>
    </dgm:pt>
    <dgm:pt modelId="{F03AB4F7-82DD-483F-A2F4-6CFAA60C6A1F}" type="pres">
      <dgm:prSet presAssocID="{0A563E63-B558-41BC-B64B-F72E9693FCD7}" presName="node" presStyleLbl="node1" presStyleIdx="6" presStyleCnt="16">
        <dgm:presLayoutVars>
          <dgm:bulletEnabled val="1"/>
        </dgm:presLayoutVars>
      </dgm:prSet>
      <dgm:spPr/>
    </dgm:pt>
    <dgm:pt modelId="{C79825B4-8E7F-483E-A280-91A3CC18FF1D}" type="pres">
      <dgm:prSet presAssocID="{9AC39287-4A88-417D-9D23-9126FB676B2D}" presName="sibTrans" presStyleLbl="sibTrans1D1" presStyleIdx="6" presStyleCnt="15"/>
      <dgm:spPr/>
    </dgm:pt>
    <dgm:pt modelId="{E60C0999-EC9E-4224-ACEB-C2C2D87CCC5F}" type="pres">
      <dgm:prSet presAssocID="{9AC39287-4A88-417D-9D23-9126FB676B2D}" presName="connectorText" presStyleLbl="sibTrans1D1" presStyleIdx="6" presStyleCnt="15"/>
      <dgm:spPr/>
    </dgm:pt>
    <dgm:pt modelId="{BABE0E74-0021-426C-9C79-BD90FB16E7B6}" type="pres">
      <dgm:prSet presAssocID="{200E7157-39DE-44A1-BD44-CB720110CD28}" presName="node" presStyleLbl="node1" presStyleIdx="7" presStyleCnt="16">
        <dgm:presLayoutVars>
          <dgm:bulletEnabled val="1"/>
        </dgm:presLayoutVars>
      </dgm:prSet>
      <dgm:spPr/>
    </dgm:pt>
    <dgm:pt modelId="{199BB7B7-0DED-43D3-910D-75545CD64536}" type="pres">
      <dgm:prSet presAssocID="{064BA374-F4AE-4E05-9E16-CE78DC50E81A}" presName="sibTrans" presStyleLbl="sibTrans1D1" presStyleIdx="7" presStyleCnt="15"/>
      <dgm:spPr/>
    </dgm:pt>
    <dgm:pt modelId="{0E1FBEBC-A919-473B-9189-F326C63E89E7}" type="pres">
      <dgm:prSet presAssocID="{064BA374-F4AE-4E05-9E16-CE78DC50E81A}" presName="connectorText" presStyleLbl="sibTrans1D1" presStyleIdx="7" presStyleCnt="15"/>
      <dgm:spPr/>
    </dgm:pt>
    <dgm:pt modelId="{F59FEA8A-2FA3-4793-A2F0-83478C273683}" type="pres">
      <dgm:prSet presAssocID="{AD803003-DEFA-401A-9622-8A523979E6FF}" presName="node" presStyleLbl="node1" presStyleIdx="8" presStyleCnt="16">
        <dgm:presLayoutVars>
          <dgm:bulletEnabled val="1"/>
        </dgm:presLayoutVars>
      </dgm:prSet>
      <dgm:spPr/>
    </dgm:pt>
    <dgm:pt modelId="{2FCD9B25-B1FF-4698-B08C-7899F0BC3329}" type="pres">
      <dgm:prSet presAssocID="{C0426429-5CD8-414B-9232-7C60C15B6FD7}" presName="sibTrans" presStyleLbl="sibTrans1D1" presStyleIdx="8" presStyleCnt="15"/>
      <dgm:spPr/>
    </dgm:pt>
    <dgm:pt modelId="{C6FC3D5E-B281-457D-A23C-AA8A7802D912}" type="pres">
      <dgm:prSet presAssocID="{C0426429-5CD8-414B-9232-7C60C15B6FD7}" presName="connectorText" presStyleLbl="sibTrans1D1" presStyleIdx="8" presStyleCnt="15"/>
      <dgm:spPr/>
    </dgm:pt>
    <dgm:pt modelId="{A70FD173-FBC8-40AC-BD1C-6007045F67E5}" type="pres">
      <dgm:prSet presAssocID="{2566A4DE-BB3F-4D3C-A954-2EB493DDF8FA}" presName="node" presStyleLbl="node1" presStyleIdx="9" presStyleCnt="16">
        <dgm:presLayoutVars>
          <dgm:bulletEnabled val="1"/>
        </dgm:presLayoutVars>
      </dgm:prSet>
      <dgm:spPr/>
    </dgm:pt>
    <dgm:pt modelId="{FF775011-827F-46C1-9B6D-DE455CEEF662}" type="pres">
      <dgm:prSet presAssocID="{97B20858-A088-4FAE-9226-426D19886C61}" presName="sibTrans" presStyleLbl="sibTrans1D1" presStyleIdx="9" presStyleCnt="15"/>
      <dgm:spPr/>
    </dgm:pt>
    <dgm:pt modelId="{D3E99F2D-5F79-4CF4-8ACF-F16F44FF7BDB}" type="pres">
      <dgm:prSet presAssocID="{97B20858-A088-4FAE-9226-426D19886C61}" presName="connectorText" presStyleLbl="sibTrans1D1" presStyleIdx="9" presStyleCnt="15"/>
      <dgm:spPr/>
    </dgm:pt>
    <dgm:pt modelId="{1A7EE04F-5B21-4528-8D31-618F28FCD86D}" type="pres">
      <dgm:prSet presAssocID="{97133211-F0CC-4EEE-8068-8A8DFF8273B7}" presName="node" presStyleLbl="node1" presStyleIdx="10" presStyleCnt="16">
        <dgm:presLayoutVars>
          <dgm:bulletEnabled val="1"/>
        </dgm:presLayoutVars>
      </dgm:prSet>
      <dgm:spPr/>
    </dgm:pt>
    <dgm:pt modelId="{96F1ED23-F99F-4370-A324-B4E83428373B}" type="pres">
      <dgm:prSet presAssocID="{91F9B263-3194-4B85-8209-EF54B061975A}" presName="sibTrans" presStyleLbl="sibTrans1D1" presStyleIdx="10" presStyleCnt="15"/>
      <dgm:spPr/>
    </dgm:pt>
    <dgm:pt modelId="{751F32C0-8B46-4DA0-B55C-92C1850340BD}" type="pres">
      <dgm:prSet presAssocID="{91F9B263-3194-4B85-8209-EF54B061975A}" presName="connectorText" presStyleLbl="sibTrans1D1" presStyleIdx="10" presStyleCnt="15"/>
      <dgm:spPr/>
    </dgm:pt>
    <dgm:pt modelId="{F25CD2E5-5DF0-45E7-A83D-5B7BFDD914B9}" type="pres">
      <dgm:prSet presAssocID="{A7E21B11-FFB0-4A8F-BE8B-DAA271E8F7A6}" presName="node" presStyleLbl="node1" presStyleIdx="11" presStyleCnt="16">
        <dgm:presLayoutVars>
          <dgm:bulletEnabled val="1"/>
        </dgm:presLayoutVars>
      </dgm:prSet>
      <dgm:spPr/>
    </dgm:pt>
    <dgm:pt modelId="{58F1D11E-E9BB-4FE4-B455-7D4A7F0F67A7}" type="pres">
      <dgm:prSet presAssocID="{4B1D140C-1DD5-4D6B-92BF-17D1F2075297}" presName="sibTrans" presStyleLbl="sibTrans1D1" presStyleIdx="11" presStyleCnt="15"/>
      <dgm:spPr/>
    </dgm:pt>
    <dgm:pt modelId="{2FE5518A-2CFE-4584-8821-B2EAFD3F6520}" type="pres">
      <dgm:prSet presAssocID="{4B1D140C-1DD5-4D6B-92BF-17D1F2075297}" presName="connectorText" presStyleLbl="sibTrans1D1" presStyleIdx="11" presStyleCnt="15"/>
      <dgm:spPr/>
    </dgm:pt>
    <dgm:pt modelId="{75041486-B9B3-46AF-8880-57207C024A86}" type="pres">
      <dgm:prSet presAssocID="{A80B209D-4477-4DB5-9F48-AF1C752D5A94}" presName="node" presStyleLbl="node1" presStyleIdx="12" presStyleCnt="16">
        <dgm:presLayoutVars>
          <dgm:bulletEnabled val="1"/>
        </dgm:presLayoutVars>
      </dgm:prSet>
      <dgm:spPr/>
    </dgm:pt>
    <dgm:pt modelId="{4806847B-65DC-4F54-993D-F4A3396B086D}" type="pres">
      <dgm:prSet presAssocID="{F56F4188-1FA6-486B-99A7-ACC63AF13822}" presName="sibTrans" presStyleLbl="sibTrans1D1" presStyleIdx="12" presStyleCnt="15"/>
      <dgm:spPr/>
    </dgm:pt>
    <dgm:pt modelId="{8C6F5E5B-5CF3-46FE-8077-D5A331E52785}" type="pres">
      <dgm:prSet presAssocID="{F56F4188-1FA6-486B-99A7-ACC63AF13822}" presName="connectorText" presStyleLbl="sibTrans1D1" presStyleIdx="12" presStyleCnt="15"/>
      <dgm:spPr/>
    </dgm:pt>
    <dgm:pt modelId="{3AC13347-CF8E-4CAF-B92F-6BB3CB8AB690}" type="pres">
      <dgm:prSet presAssocID="{8E45ED81-5337-477F-9288-BEB12BA53BBE}" presName="node" presStyleLbl="node1" presStyleIdx="13" presStyleCnt="16">
        <dgm:presLayoutVars>
          <dgm:bulletEnabled val="1"/>
        </dgm:presLayoutVars>
      </dgm:prSet>
      <dgm:spPr/>
    </dgm:pt>
    <dgm:pt modelId="{4798E0D1-7E40-420A-89B9-9F9E89D9B711}" type="pres">
      <dgm:prSet presAssocID="{C60DE450-C9FD-45CD-AA3B-FFC624E3E614}" presName="sibTrans" presStyleLbl="sibTrans1D1" presStyleIdx="13" presStyleCnt="15"/>
      <dgm:spPr/>
    </dgm:pt>
    <dgm:pt modelId="{FE48C03B-72C7-406E-9FE6-A689A9627D65}" type="pres">
      <dgm:prSet presAssocID="{C60DE450-C9FD-45CD-AA3B-FFC624E3E614}" presName="connectorText" presStyleLbl="sibTrans1D1" presStyleIdx="13" presStyleCnt="15"/>
      <dgm:spPr/>
    </dgm:pt>
    <dgm:pt modelId="{9D331971-6B31-4A1D-8E7F-3D216C739F6F}" type="pres">
      <dgm:prSet presAssocID="{29DAB931-81BB-4859-8157-CB4043121C2B}" presName="node" presStyleLbl="node1" presStyleIdx="14" presStyleCnt="16">
        <dgm:presLayoutVars>
          <dgm:bulletEnabled val="1"/>
        </dgm:presLayoutVars>
      </dgm:prSet>
      <dgm:spPr/>
    </dgm:pt>
    <dgm:pt modelId="{6DD7F76E-CE96-482F-A1C0-AAC1D422A7F0}" type="pres">
      <dgm:prSet presAssocID="{0B5ED043-B9D6-4598-9375-CC83E4B43C5D}" presName="sibTrans" presStyleLbl="sibTrans1D1" presStyleIdx="14" presStyleCnt="15"/>
      <dgm:spPr/>
    </dgm:pt>
    <dgm:pt modelId="{0905D52B-5FD5-441B-B4C2-29EF62715438}" type="pres">
      <dgm:prSet presAssocID="{0B5ED043-B9D6-4598-9375-CC83E4B43C5D}" presName="connectorText" presStyleLbl="sibTrans1D1" presStyleIdx="14" presStyleCnt="15"/>
      <dgm:spPr/>
    </dgm:pt>
    <dgm:pt modelId="{39DD1212-FED6-49E5-B2B4-FF973BAF5ABB}" type="pres">
      <dgm:prSet presAssocID="{C26A0611-85B5-45D9-AA65-46EE2628CE3A}" presName="node" presStyleLbl="node1" presStyleIdx="15" presStyleCnt="16">
        <dgm:presLayoutVars>
          <dgm:bulletEnabled val="1"/>
        </dgm:presLayoutVars>
      </dgm:prSet>
      <dgm:spPr/>
    </dgm:pt>
  </dgm:ptLst>
  <dgm:cxnLst>
    <dgm:cxn modelId="{DC89E205-9CA1-4E04-A797-42EC430479B8}" srcId="{CBA7FD2E-1B52-4CE8-ABAE-B631E2FF8B1C}" destId="{97133211-F0CC-4EEE-8068-8A8DFF8273B7}" srcOrd="10" destOrd="0" parTransId="{9972D1DD-7E67-49DE-8838-A1D1BCB9A15A}" sibTransId="{91F9B263-3194-4B85-8209-EF54B061975A}"/>
    <dgm:cxn modelId="{C828C807-B6DB-402C-B694-219C2E655CEC}" type="presOf" srcId="{4B1D140C-1DD5-4D6B-92BF-17D1F2075297}" destId="{2FE5518A-2CFE-4584-8821-B2EAFD3F6520}" srcOrd="1" destOrd="0" presId="urn:microsoft.com/office/officeart/2016/7/layout/RepeatingBendingProcessNew"/>
    <dgm:cxn modelId="{F20F050B-87F0-4AF2-9C21-5D56046C2B16}" type="presOf" srcId="{C26A0611-85B5-45D9-AA65-46EE2628CE3A}" destId="{39DD1212-FED6-49E5-B2B4-FF973BAF5ABB}" srcOrd="0" destOrd="0" presId="urn:microsoft.com/office/officeart/2016/7/layout/RepeatingBendingProcessNew"/>
    <dgm:cxn modelId="{27739C10-EB2E-4444-A8D9-A31000C35365}" srcId="{CBA7FD2E-1B52-4CE8-ABAE-B631E2FF8B1C}" destId="{2566A4DE-BB3F-4D3C-A954-2EB493DDF8FA}" srcOrd="9" destOrd="0" parTransId="{14C36060-EF37-4D2F-B53A-52493D23796F}" sibTransId="{97B20858-A088-4FAE-9226-426D19886C61}"/>
    <dgm:cxn modelId="{D3E2E814-47FD-4955-A722-44D931FB3B99}" srcId="{CBA7FD2E-1B52-4CE8-ABAE-B631E2FF8B1C}" destId="{4E754601-3194-43B0-AF22-24D9D07C42FE}" srcOrd="3" destOrd="0" parTransId="{086B2EF5-AA3C-4347-BD19-78F1BB0AA011}" sibTransId="{AB7EFA0A-DB14-41E1-BF19-29D866CC20A7}"/>
    <dgm:cxn modelId="{9E930116-B3B8-462A-B2F1-0AB5E3331254}" type="presOf" srcId="{2774C51B-1876-40A1-BDBB-3629FCF0CAE4}" destId="{3591B7BB-D040-442F-9258-20367E4594B4}" srcOrd="1" destOrd="0" presId="urn:microsoft.com/office/officeart/2016/7/layout/RepeatingBendingProcessNew"/>
    <dgm:cxn modelId="{645FEE1A-E14A-45E7-AD3B-E1409BEBD2AE}" type="presOf" srcId="{E6DD6D3F-ECAF-4D2A-913F-6C87C22535D2}" destId="{E8FE2846-2F0E-4E88-8477-DCC23D730422}" srcOrd="0" destOrd="0" presId="urn:microsoft.com/office/officeart/2016/7/layout/RepeatingBendingProcessNew"/>
    <dgm:cxn modelId="{ED5C3F1E-63BD-4992-B188-DCB6462F006F}" type="presOf" srcId="{F56F4188-1FA6-486B-99A7-ACC63AF13822}" destId="{8C6F5E5B-5CF3-46FE-8077-D5A331E52785}" srcOrd="1" destOrd="0" presId="urn:microsoft.com/office/officeart/2016/7/layout/RepeatingBendingProcessNew"/>
    <dgm:cxn modelId="{797DCC25-84B2-43D1-A1D7-98D70A89BC69}" type="presOf" srcId="{29DAB931-81BB-4859-8157-CB4043121C2B}" destId="{9D331971-6B31-4A1D-8E7F-3D216C739F6F}" srcOrd="0" destOrd="0" presId="urn:microsoft.com/office/officeart/2016/7/layout/RepeatingBendingProcessNew"/>
    <dgm:cxn modelId="{8705932A-0B86-41A5-9599-78E3A5864589}" type="presOf" srcId="{0522BF7F-A4D6-455B-A440-449EBFCD60A0}" destId="{1958F0FD-3EC3-426B-AE2F-4772FA0E085D}" srcOrd="1" destOrd="0" presId="urn:microsoft.com/office/officeart/2016/7/layout/RepeatingBendingProcessNew"/>
    <dgm:cxn modelId="{2F4A172B-02C4-4A4A-AED4-70A86BAF59CB}" srcId="{CBA7FD2E-1B52-4CE8-ABAE-B631E2FF8B1C}" destId="{50C5BF64-EFB6-498D-B1FA-FF94F8EB3B07}" srcOrd="5" destOrd="0" parTransId="{88762CE6-1497-42C9-B156-AAAF5E29A969}" sibTransId="{0522BF7F-A4D6-455B-A440-449EBFCD60A0}"/>
    <dgm:cxn modelId="{A0661631-1574-447F-B4C1-D95E8C39E5F2}" type="presOf" srcId="{2774C51B-1876-40A1-BDBB-3629FCF0CAE4}" destId="{0ABCC490-657A-465B-960D-53137DA31B3E}" srcOrd="0" destOrd="0" presId="urn:microsoft.com/office/officeart/2016/7/layout/RepeatingBendingProcessNew"/>
    <dgm:cxn modelId="{5783BC31-53E7-4256-8E0D-17538E7F77B9}" type="presOf" srcId="{0522BF7F-A4D6-455B-A440-449EBFCD60A0}" destId="{ACA41784-4078-445D-83C4-BB39F661AC45}" srcOrd="0" destOrd="0" presId="urn:microsoft.com/office/officeart/2016/7/layout/RepeatingBendingProcessNew"/>
    <dgm:cxn modelId="{CA22D331-2D57-410C-A19D-DDC899C58861}" type="presOf" srcId="{C60DE450-C9FD-45CD-AA3B-FFC624E3E614}" destId="{4798E0D1-7E40-420A-89B9-9F9E89D9B711}" srcOrd="0" destOrd="0" presId="urn:microsoft.com/office/officeart/2016/7/layout/RepeatingBendingProcessNew"/>
    <dgm:cxn modelId="{BBDA0339-AEE3-45A6-8B33-8EC547249B95}" type="presOf" srcId="{4B1D140C-1DD5-4D6B-92BF-17D1F2075297}" destId="{58F1D11E-E9BB-4FE4-B455-7D4A7F0F67A7}" srcOrd="0" destOrd="0" presId="urn:microsoft.com/office/officeart/2016/7/layout/RepeatingBendingProcessNew"/>
    <dgm:cxn modelId="{D3D31F5F-AF1B-493B-ADCC-CB0475E521D2}" type="presOf" srcId="{C6F759F0-31A1-4348-A08F-957EED92C642}" destId="{8B5CD35D-5208-4E3E-A789-F9F7E51D6FB3}" srcOrd="0" destOrd="0" presId="urn:microsoft.com/office/officeart/2016/7/layout/RepeatingBendingProcessNew"/>
    <dgm:cxn modelId="{B0AF9163-2CD6-4E1F-B174-43BD869D545E}" type="presOf" srcId="{42B1C120-5C1C-4896-BED9-608BF480DA1F}" destId="{86D97586-87BB-4253-96FE-95A36E8091DB}" srcOrd="0" destOrd="0" presId="urn:microsoft.com/office/officeart/2016/7/layout/RepeatingBendingProcessNew"/>
    <dgm:cxn modelId="{9433FB67-9515-4946-BD3A-144869B9AF3B}" srcId="{CBA7FD2E-1B52-4CE8-ABAE-B631E2FF8B1C}" destId="{E6DD6D3F-ECAF-4D2A-913F-6C87C22535D2}" srcOrd="2" destOrd="0" parTransId="{992467AD-51EB-4207-92C3-C20988D9B3F0}" sibTransId="{511E937C-8E95-4DAB-B00A-9B2198A5E75E}"/>
    <dgm:cxn modelId="{163C4249-5D8C-445C-A59A-BA45AA44382D}" srcId="{CBA7FD2E-1B52-4CE8-ABAE-B631E2FF8B1C}" destId="{644AECB8-C6B0-4C1D-AA3F-8A323C161CF9}" srcOrd="1" destOrd="0" parTransId="{B94ACB99-B27B-418B-876E-7516C175B3BA}" sibTransId="{2774C51B-1876-40A1-BDBB-3629FCF0CAE4}"/>
    <dgm:cxn modelId="{6DB75F6A-1988-47A4-9CF1-D67AB3A04EDC}" srcId="{CBA7FD2E-1B52-4CE8-ABAE-B631E2FF8B1C}" destId="{A80B209D-4477-4DB5-9F48-AF1C752D5A94}" srcOrd="12" destOrd="0" parTransId="{9674DBE6-FFB8-47E2-BC89-F6E2542FED43}" sibTransId="{F56F4188-1FA6-486B-99A7-ACC63AF13822}"/>
    <dgm:cxn modelId="{3A8BF86C-D148-410F-B7BC-1AF9C57ED2A6}" type="presOf" srcId="{200E7157-39DE-44A1-BD44-CB720110CD28}" destId="{BABE0E74-0021-426C-9C79-BD90FB16E7B6}" srcOrd="0" destOrd="0" presId="urn:microsoft.com/office/officeart/2016/7/layout/RepeatingBendingProcessNew"/>
    <dgm:cxn modelId="{3A7CC54E-6580-4732-A8A9-CF68A9C4A766}" type="presOf" srcId="{97B20858-A088-4FAE-9226-426D19886C61}" destId="{FF775011-827F-46C1-9B6D-DE455CEEF662}" srcOrd="0" destOrd="0" presId="urn:microsoft.com/office/officeart/2016/7/layout/RepeatingBendingProcessNew"/>
    <dgm:cxn modelId="{7BEDC24F-7A71-4AD0-8CAF-D7206A00915F}" type="presOf" srcId="{97B20858-A088-4FAE-9226-426D19886C61}" destId="{D3E99F2D-5F79-4CF4-8ACF-F16F44FF7BDB}" srcOrd="1" destOrd="0" presId="urn:microsoft.com/office/officeart/2016/7/layout/RepeatingBendingProcessNew"/>
    <dgm:cxn modelId="{C5CAA473-C766-4641-B331-F4591974D42C}" type="presOf" srcId="{F56F4188-1FA6-486B-99A7-ACC63AF13822}" destId="{4806847B-65DC-4F54-993D-F4A3396B086D}" srcOrd="0" destOrd="0" presId="urn:microsoft.com/office/officeart/2016/7/layout/RepeatingBendingProcessNew"/>
    <dgm:cxn modelId="{5DF02256-5D52-4F68-8CE8-F78E6F345FED}" type="presOf" srcId="{71DF64B3-F003-4A19-9AA6-98C8DFD76DAA}" destId="{94F44C3F-C159-412F-87CD-B7AA349104C8}" srcOrd="0" destOrd="0" presId="urn:microsoft.com/office/officeart/2016/7/layout/RepeatingBendingProcessNew"/>
    <dgm:cxn modelId="{9E1CEE56-A571-48ED-9156-1C4E32D1A4BC}" type="presOf" srcId="{0B5ED043-B9D6-4598-9375-CC83E4B43C5D}" destId="{6DD7F76E-CE96-482F-A1C0-AAC1D422A7F0}" srcOrd="0" destOrd="0" presId="urn:microsoft.com/office/officeart/2016/7/layout/RepeatingBendingProcessNew"/>
    <dgm:cxn modelId="{B06DF686-ADDF-4B64-9CB1-FAFBF1EF8C77}" type="presOf" srcId="{71DF64B3-F003-4A19-9AA6-98C8DFD76DAA}" destId="{0A5CB2CA-7307-4C14-80AF-9B2D9F8A95E4}" srcOrd="1" destOrd="0" presId="urn:microsoft.com/office/officeart/2016/7/layout/RepeatingBendingProcessNew"/>
    <dgm:cxn modelId="{3581F686-8F68-454B-956E-F1BB82B652F9}" srcId="{CBA7FD2E-1B52-4CE8-ABAE-B631E2FF8B1C}" destId="{29DAB931-81BB-4859-8157-CB4043121C2B}" srcOrd="14" destOrd="0" parTransId="{3E0EDBDA-8DE2-49E6-BF64-9A5422964F9E}" sibTransId="{0B5ED043-B9D6-4598-9375-CC83E4B43C5D}"/>
    <dgm:cxn modelId="{98175A8A-579C-4BC7-BB61-8FD0C02B5EC2}" type="presOf" srcId="{511E937C-8E95-4DAB-B00A-9B2198A5E75E}" destId="{2FAFF0E4-8433-4EDB-AA92-413BABE1B142}" srcOrd="0" destOrd="0" presId="urn:microsoft.com/office/officeart/2016/7/layout/RepeatingBendingProcessNew"/>
    <dgm:cxn modelId="{4C20078E-5D23-4A28-B1F8-61331F58381E}" srcId="{CBA7FD2E-1B52-4CE8-ABAE-B631E2FF8B1C}" destId="{42B1C120-5C1C-4896-BED9-608BF480DA1F}" srcOrd="4" destOrd="0" parTransId="{892E531A-63A7-48A1-954B-D84E4042778D}" sibTransId="{71DF64B3-F003-4A19-9AA6-98C8DFD76DAA}"/>
    <dgm:cxn modelId="{EB60078F-F83F-4BBC-BB96-351EF59D8535}" srcId="{CBA7FD2E-1B52-4CE8-ABAE-B631E2FF8B1C}" destId="{A7E21B11-FFB0-4A8F-BE8B-DAA271E8F7A6}" srcOrd="11" destOrd="0" parTransId="{9814878A-9CCF-45B8-91F1-C2895696F99F}" sibTransId="{4B1D140C-1DD5-4D6B-92BF-17D1F2075297}"/>
    <dgm:cxn modelId="{324CE492-72E9-4F4C-AED1-5D9E5AB9E8FD}" type="presOf" srcId="{67C260C0-1C14-4F2E-823B-F707536047E5}" destId="{8A2E1BD6-0D8D-4F7A-B52A-24D2175AEBB1}" srcOrd="0" destOrd="0" presId="urn:microsoft.com/office/officeart/2016/7/layout/RepeatingBendingProcessNew"/>
    <dgm:cxn modelId="{950A7A98-C242-421C-80CA-EE0311A8E08D}" type="presOf" srcId="{C60DE450-C9FD-45CD-AA3B-FFC624E3E614}" destId="{FE48C03B-72C7-406E-9FE6-A689A9627D65}" srcOrd="1" destOrd="0" presId="urn:microsoft.com/office/officeart/2016/7/layout/RepeatingBendingProcessNew"/>
    <dgm:cxn modelId="{5CF2209C-8ABA-48ED-A07B-119EFFF3D90D}" type="presOf" srcId="{AD803003-DEFA-401A-9622-8A523979E6FF}" destId="{F59FEA8A-2FA3-4793-A2F0-83478C273683}" srcOrd="0" destOrd="0" presId="urn:microsoft.com/office/officeart/2016/7/layout/RepeatingBendingProcessNew"/>
    <dgm:cxn modelId="{31A72F9F-0E99-485E-A7FB-4D88A6D7A79C}" type="presOf" srcId="{97133211-F0CC-4EEE-8068-8A8DFF8273B7}" destId="{1A7EE04F-5B21-4528-8D31-618F28FCD86D}" srcOrd="0" destOrd="0" presId="urn:microsoft.com/office/officeart/2016/7/layout/RepeatingBendingProcessNew"/>
    <dgm:cxn modelId="{C43A49A8-8F6D-4CAE-AA6D-379E00BD8BC5}" type="presOf" srcId="{C0426429-5CD8-414B-9232-7C60C15B6FD7}" destId="{2FCD9B25-B1FF-4698-B08C-7899F0BC3329}" srcOrd="0" destOrd="0" presId="urn:microsoft.com/office/officeart/2016/7/layout/RepeatingBendingProcessNew"/>
    <dgm:cxn modelId="{6D57D9AA-A312-441D-9951-B792041C1D75}" srcId="{CBA7FD2E-1B52-4CE8-ABAE-B631E2FF8B1C}" destId="{67C260C0-1C14-4F2E-823B-F707536047E5}" srcOrd="0" destOrd="0" parTransId="{CB88B3EF-52DE-4705-8F89-5DD73036803B}" sibTransId="{C6F759F0-31A1-4348-A08F-957EED92C642}"/>
    <dgm:cxn modelId="{DB31A8AD-C8C0-401A-9DF6-B8FB611C13C4}" type="presOf" srcId="{644AECB8-C6B0-4C1D-AA3F-8A323C161CF9}" destId="{256EC753-4308-4D5D-AD11-801B0AF71232}" srcOrd="0" destOrd="0" presId="urn:microsoft.com/office/officeart/2016/7/layout/RepeatingBendingProcessNew"/>
    <dgm:cxn modelId="{5C9C40B1-352B-4A77-95DC-EAD52336F5E4}" srcId="{CBA7FD2E-1B52-4CE8-ABAE-B631E2FF8B1C}" destId="{8E45ED81-5337-477F-9288-BEB12BA53BBE}" srcOrd="13" destOrd="0" parTransId="{9678FA90-6EB8-411E-BC97-1AF9EA970017}" sibTransId="{C60DE450-C9FD-45CD-AA3B-FFC624E3E614}"/>
    <dgm:cxn modelId="{5AAD53B6-BD67-444B-BD78-5061846E0F35}" type="presOf" srcId="{0A563E63-B558-41BC-B64B-F72E9693FCD7}" destId="{F03AB4F7-82DD-483F-A2F4-6CFAA60C6A1F}" srcOrd="0" destOrd="0" presId="urn:microsoft.com/office/officeart/2016/7/layout/RepeatingBendingProcessNew"/>
    <dgm:cxn modelId="{1715BEB7-1784-4A0A-8183-B05E34057C92}" srcId="{CBA7FD2E-1B52-4CE8-ABAE-B631E2FF8B1C}" destId="{AD803003-DEFA-401A-9622-8A523979E6FF}" srcOrd="8" destOrd="0" parTransId="{76954C06-79D2-4CEB-83DE-7B5718F3B926}" sibTransId="{C0426429-5CD8-414B-9232-7C60C15B6FD7}"/>
    <dgm:cxn modelId="{926F11BD-CEDF-4741-8432-E23F7EE71421}" type="presOf" srcId="{A7E21B11-FFB0-4A8F-BE8B-DAA271E8F7A6}" destId="{F25CD2E5-5DF0-45E7-A83D-5B7BFDD914B9}" srcOrd="0" destOrd="0" presId="urn:microsoft.com/office/officeart/2016/7/layout/RepeatingBendingProcessNew"/>
    <dgm:cxn modelId="{87CE02BE-72AC-497F-AAF9-162FA0E2BCFA}" type="presOf" srcId="{2566A4DE-BB3F-4D3C-A954-2EB493DDF8FA}" destId="{A70FD173-FBC8-40AC-BD1C-6007045F67E5}" srcOrd="0" destOrd="0" presId="urn:microsoft.com/office/officeart/2016/7/layout/RepeatingBendingProcessNew"/>
    <dgm:cxn modelId="{604383C5-ED6E-4EE2-B47B-B7B66E760A48}" type="presOf" srcId="{4E754601-3194-43B0-AF22-24D9D07C42FE}" destId="{7E5A7098-658F-4ACF-B23A-358BB962BC33}" srcOrd="0" destOrd="0" presId="urn:microsoft.com/office/officeart/2016/7/layout/RepeatingBendingProcessNew"/>
    <dgm:cxn modelId="{18F6DCC5-31BE-4237-BD29-7E93A2CB622E}" type="presOf" srcId="{AB7EFA0A-DB14-41E1-BF19-29D866CC20A7}" destId="{B52188FD-0936-4007-9F8F-65DCDD951FB5}" srcOrd="0" destOrd="0" presId="urn:microsoft.com/office/officeart/2016/7/layout/RepeatingBendingProcessNew"/>
    <dgm:cxn modelId="{0A4015C7-3197-4EB6-96E7-9D7EE4BEA467}" type="presOf" srcId="{50C5BF64-EFB6-498D-B1FA-FF94F8EB3B07}" destId="{CCE77F88-D494-47F2-A124-027D93467C90}" srcOrd="0" destOrd="0" presId="urn:microsoft.com/office/officeart/2016/7/layout/RepeatingBendingProcessNew"/>
    <dgm:cxn modelId="{6FF6EDC7-F8FC-4C9A-BF0F-4403CE6DD7C8}" type="presOf" srcId="{511E937C-8E95-4DAB-B00A-9B2198A5E75E}" destId="{EA0B39AB-9BE9-479F-9764-D2282975A15B}" srcOrd="1" destOrd="0" presId="urn:microsoft.com/office/officeart/2016/7/layout/RepeatingBendingProcessNew"/>
    <dgm:cxn modelId="{5F0E80CC-77F2-4B83-9219-8FDB4BABE2E5}" type="presOf" srcId="{064BA374-F4AE-4E05-9E16-CE78DC50E81A}" destId="{0E1FBEBC-A919-473B-9189-F326C63E89E7}" srcOrd="1" destOrd="0" presId="urn:microsoft.com/office/officeart/2016/7/layout/RepeatingBendingProcessNew"/>
    <dgm:cxn modelId="{456CA0CD-C070-4926-B790-AB10E081C5A5}" type="presOf" srcId="{C0426429-5CD8-414B-9232-7C60C15B6FD7}" destId="{C6FC3D5E-B281-457D-A23C-AA8A7802D912}" srcOrd="1" destOrd="0" presId="urn:microsoft.com/office/officeart/2016/7/layout/RepeatingBendingProcessNew"/>
    <dgm:cxn modelId="{8A4A2BCE-33A2-40E3-802C-7FD996C46488}" type="presOf" srcId="{C6F759F0-31A1-4348-A08F-957EED92C642}" destId="{98433855-FD06-4C20-B1B0-B8F350ECAD7F}" srcOrd="1" destOrd="0" presId="urn:microsoft.com/office/officeart/2016/7/layout/RepeatingBendingProcessNew"/>
    <dgm:cxn modelId="{228541D1-42DD-4BEE-89A9-99063B56A78C}" type="presOf" srcId="{9AC39287-4A88-417D-9D23-9126FB676B2D}" destId="{E60C0999-EC9E-4224-ACEB-C2C2D87CCC5F}" srcOrd="1" destOrd="0" presId="urn:microsoft.com/office/officeart/2016/7/layout/RepeatingBendingProcessNew"/>
    <dgm:cxn modelId="{AB8B6DD1-27EA-43CD-964C-6DC1AB9BBF88}" type="presOf" srcId="{064BA374-F4AE-4E05-9E16-CE78DC50E81A}" destId="{199BB7B7-0DED-43D3-910D-75545CD64536}" srcOrd="0" destOrd="0" presId="urn:microsoft.com/office/officeart/2016/7/layout/RepeatingBendingProcessNew"/>
    <dgm:cxn modelId="{BE0976D1-95C3-42FD-92A8-0340973BE15D}" type="presOf" srcId="{9AC39287-4A88-417D-9D23-9126FB676B2D}" destId="{C79825B4-8E7F-483E-A280-91A3CC18FF1D}" srcOrd="0" destOrd="0" presId="urn:microsoft.com/office/officeart/2016/7/layout/RepeatingBendingProcessNew"/>
    <dgm:cxn modelId="{8E18F7D6-81F0-4B61-9105-FFE98573CCAA}" type="presOf" srcId="{0B5ED043-B9D6-4598-9375-CC83E4B43C5D}" destId="{0905D52B-5FD5-441B-B4C2-29EF62715438}" srcOrd="1" destOrd="0" presId="urn:microsoft.com/office/officeart/2016/7/layout/RepeatingBendingProcessNew"/>
    <dgm:cxn modelId="{525ECCDB-0FF4-4C29-B7BF-C12767AB2B5B}" srcId="{CBA7FD2E-1B52-4CE8-ABAE-B631E2FF8B1C}" destId="{200E7157-39DE-44A1-BD44-CB720110CD28}" srcOrd="7" destOrd="0" parTransId="{AAE7D26C-FEDC-4255-9C60-C15CB8EACAC6}" sibTransId="{064BA374-F4AE-4E05-9E16-CE78DC50E81A}"/>
    <dgm:cxn modelId="{E33BD3E0-0A46-491B-91CB-E4D08B8CBE9B}" type="presOf" srcId="{91F9B263-3194-4B85-8209-EF54B061975A}" destId="{751F32C0-8B46-4DA0-B55C-92C1850340BD}" srcOrd="1" destOrd="0" presId="urn:microsoft.com/office/officeart/2016/7/layout/RepeatingBendingProcessNew"/>
    <dgm:cxn modelId="{CE893FE1-1D81-4887-949B-B9ADBFD29F7C}" srcId="{CBA7FD2E-1B52-4CE8-ABAE-B631E2FF8B1C}" destId="{0A563E63-B558-41BC-B64B-F72E9693FCD7}" srcOrd="6" destOrd="0" parTransId="{7A7241D5-E1BC-4DA3-9C49-C758509CED59}" sibTransId="{9AC39287-4A88-417D-9D23-9126FB676B2D}"/>
    <dgm:cxn modelId="{F8FA5DEA-F71C-4C88-864C-FBD972988926}" type="presOf" srcId="{8E45ED81-5337-477F-9288-BEB12BA53BBE}" destId="{3AC13347-CF8E-4CAF-B92F-6BB3CB8AB690}" srcOrd="0" destOrd="0" presId="urn:microsoft.com/office/officeart/2016/7/layout/RepeatingBendingProcessNew"/>
    <dgm:cxn modelId="{7B36F1EA-F07E-4157-BCFA-221BC6F600EA}" type="presOf" srcId="{91F9B263-3194-4B85-8209-EF54B061975A}" destId="{96F1ED23-F99F-4370-A324-B4E83428373B}" srcOrd="0" destOrd="0" presId="urn:microsoft.com/office/officeart/2016/7/layout/RepeatingBendingProcessNew"/>
    <dgm:cxn modelId="{7A856FED-01B2-4105-87A4-9E0369F03F16}" type="presOf" srcId="{AB7EFA0A-DB14-41E1-BF19-29D866CC20A7}" destId="{BB5A8403-4F27-4351-969E-9C1C27A7E151}" srcOrd="1" destOrd="0" presId="urn:microsoft.com/office/officeart/2016/7/layout/RepeatingBendingProcessNew"/>
    <dgm:cxn modelId="{1D70C7F0-687D-45C5-B7CD-7BA880B60775}" srcId="{CBA7FD2E-1B52-4CE8-ABAE-B631E2FF8B1C}" destId="{C26A0611-85B5-45D9-AA65-46EE2628CE3A}" srcOrd="15" destOrd="0" parTransId="{558D1E1C-D599-46F0-8746-3844327F0B21}" sibTransId="{6040D299-FFD7-48F6-B98E-F54DE493ED75}"/>
    <dgm:cxn modelId="{BC546EF3-3C34-4F6B-930F-AFA74ECAF36F}" type="presOf" srcId="{CBA7FD2E-1B52-4CE8-ABAE-B631E2FF8B1C}" destId="{A11ADE4A-4931-4D40-81EB-C75EE0ACCE1A}" srcOrd="0" destOrd="0" presId="urn:microsoft.com/office/officeart/2016/7/layout/RepeatingBendingProcessNew"/>
    <dgm:cxn modelId="{21E08AFD-F104-441B-9B60-820FF33DAD50}" type="presOf" srcId="{A80B209D-4477-4DB5-9F48-AF1C752D5A94}" destId="{75041486-B9B3-46AF-8880-57207C024A86}" srcOrd="0" destOrd="0" presId="urn:microsoft.com/office/officeart/2016/7/layout/RepeatingBendingProcessNew"/>
    <dgm:cxn modelId="{4EF3F319-0F4E-4BD1-BCB8-0D415D9B9590}" type="presParOf" srcId="{A11ADE4A-4931-4D40-81EB-C75EE0ACCE1A}" destId="{8A2E1BD6-0D8D-4F7A-B52A-24D2175AEBB1}" srcOrd="0" destOrd="0" presId="urn:microsoft.com/office/officeart/2016/7/layout/RepeatingBendingProcessNew"/>
    <dgm:cxn modelId="{6E913268-DFA2-4CDE-8C61-2FCB4198769D}" type="presParOf" srcId="{A11ADE4A-4931-4D40-81EB-C75EE0ACCE1A}" destId="{8B5CD35D-5208-4E3E-A789-F9F7E51D6FB3}" srcOrd="1" destOrd="0" presId="urn:microsoft.com/office/officeart/2016/7/layout/RepeatingBendingProcessNew"/>
    <dgm:cxn modelId="{BE423DB6-424D-4872-A266-6C89CFD35587}" type="presParOf" srcId="{8B5CD35D-5208-4E3E-A789-F9F7E51D6FB3}" destId="{98433855-FD06-4C20-B1B0-B8F350ECAD7F}" srcOrd="0" destOrd="0" presId="urn:microsoft.com/office/officeart/2016/7/layout/RepeatingBendingProcessNew"/>
    <dgm:cxn modelId="{E3C5CECB-344F-4EF1-AEC9-BECDE311A94F}" type="presParOf" srcId="{A11ADE4A-4931-4D40-81EB-C75EE0ACCE1A}" destId="{256EC753-4308-4D5D-AD11-801B0AF71232}" srcOrd="2" destOrd="0" presId="urn:microsoft.com/office/officeart/2016/7/layout/RepeatingBendingProcessNew"/>
    <dgm:cxn modelId="{96CFA1B6-5FC4-4E46-8FDF-86D6CFDA3C9E}" type="presParOf" srcId="{A11ADE4A-4931-4D40-81EB-C75EE0ACCE1A}" destId="{0ABCC490-657A-465B-960D-53137DA31B3E}" srcOrd="3" destOrd="0" presId="urn:microsoft.com/office/officeart/2016/7/layout/RepeatingBendingProcessNew"/>
    <dgm:cxn modelId="{F91CC66E-4B58-4664-BC49-2458D9DA8DB1}" type="presParOf" srcId="{0ABCC490-657A-465B-960D-53137DA31B3E}" destId="{3591B7BB-D040-442F-9258-20367E4594B4}" srcOrd="0" destOrd="0" presId="urn:microsoft.com/office/officeart/2016/7/layout/RepeatingBendingProcessNew"/>
    <dgm:cxn modelId="{D236B40E-D150-4CD8-A187-6A46D83AFA28}" type="presParOf" srcId="{A11ADE4A-4931-4D40-81EB-C75EE0ACCE1A}" destId="{E8FE2846-2F0E-4E88-8477-DCC23D730422}" srcOrd="4" destOrd="0" presId="urn:microsoft.com/office/officeart/2016/7/layout/RepeatingBendingProcessNew"/>
    <dgm:cxn modelId="{F84B9E96-F290-4C14-979B-447B7C1CADEB}" type="presParOf" srcId="{A11ADE4A-4931-4D40-81EB-C75EE0ACCE1A}" destId="{2FAFF0E4-8433-4EDB-AA92-413BABE1B142}" srcOrd="5" destOrd="0" presId="urn:microsoft.com/office/officeart/2016/7/layout/RepeatingBendingProcessNew"/>
    <dgm:cxn modelId="{95F3EB99-C8BF-456D-B85C-FF61230BA162}" type="presParOf" srcId="{2FAFF0E4-8433-4EDB-AA92-413BABE1B142}" destId="{EA0B39AB-9BE9-479F-9764-D2282975A15B}" srcOrd="0" destOrd="0" presId="urn:microsoft.com/office/officeart/2016/7/layout/RepeatingBendingProcessNew"/>
    <dgm:cxn modelId="{65896654-F527-48A3-A7BA-8748CFED1CD3}" type="presParOf" srcId="{A11ADE4A-4931-4D40-81EB-C75EE0ACCE1A}" destId="{7E5A7098-658F-4ACF-B23A-358BB962BC33}" srcOrd="6" destOrd="0" presId="urn:microsoft.com/office/officeart/2016/7/layout/RepeatingBendingProcessNew"/>
    <dgm:cxn modelId="{BF7A12F7-3DF7-4B22-85DA-93FE15FC3D28}" type="presParOf" srcId="{A11ADE4A-4931-4D40-81EB-C75EE0ACCE1A}" destId="{B52188FD-0936-4007-9F8F-65DCDD951FB5}" srcOrd="7" destOrd="0" presId="urn:microsoft.com/office/officeart/2016/7/layout/RepeatingBendingProcessNew"/>
    <dgm:cxn modelId="{6782B42A-68E1-401B-A9C3-1884AC7C226B}" type="presParOf" srcId="{B52188FD-0936-4007-9F8F-65DCDD951FB5}" destId="{BB5A8403-4F27-4351-969E-9C1C27A7E151}" srcOrd="0" destOrd="0" presId="urn:microsoft.com/office/officeart/2016/7/layout/RepeatingBendingProcessNew"/>
    <dgm:cxn modelId="{A405E6A8-E592-433C-AA67-BDBC93760E5C}" type="presParOf" srcId="{A11ADE4A-4931-4D40-81EB-C75EE0ACCE1A}" destId="{86D97586-87BB-4253-96FE-95A36E8091DB}" srcOrd="8" destOrd="0" presId="urn:microsoft.com/office/officeart/2016/7/layout/RepeatingBendingProcessNew"/>
    <dgm:cxn modelId="{A2F8697E-43FC-4441-AF43-12E9227EB109}" type="presParOf" srcId="{A11ADE4A-4931-4D40-81EB-C75EE0ACCE1A}" destId="{94F44C3F-C159-412F-87CD-B7AA349104C8}" srcOrd="9" destOrd="0" presId="urn:microsoft.com/office/officeart/2016/7/layout/RepeatingBendingProcessNew"/>
    <dgm:cxn modelId="{0732DFA9-3A5C-4757-893A-D11846D3575B}" type="presParOf" srcId="{94F44C3F-C159-412F-87CD-B7AA349104C8}" destId="{0A5CB2CA-7307-4C14-80AF-9B2D9F8A95E4}" srcOrd="0" destOrd="0" presId="urn:microsoft.com/office/officeart/2016/7/layout/RepeatingBendingProcessNew"/>
    <dgm:cxn modelId="{22EA7AAC-C97F-44FA-881A-929E4191F42D}" type="presParOf" srcId="{A11ADE4A-4931-4D40-81EB-C75EE0ACCE1A}" destId="{CCE77F88-D494-47F2-A124-027D93467C90}" srcOrd="10" destOrd="0" presId="urn:microsoft.com/office/officeart/2016/7/layout/RepeatingBendingProcessNew"/>
    <dgm:cxn modelId="{E1FF2BD7-B250-445F-88EB-6144327FB25B}" type="presParOf" srcId="{A11ADE4A-4931-4D40-81EB-C75EE0ACCE1A}" destId="{ACA41784-4078-445D-83C4-BB39F661AC45}" srcOrd="11" destOrd="0" presId="urn:microsoft.com/office/officeart/2016/7/layout/RepeatingBendingProcessNew"/>
    <dgm:cxn modelId="{BC99DCEB-0755-4F14-A7EA-20A5C825991E}" type="presParOf" srcId="{ACA41784-4078-445D-83C4-BB39F661AC45}" destId="{1958F0FD-3EC3-426B-AE2F-4772FA0E085D}" srcOrd="0" destOrd="0" presId="urn:microsoft.com/office/officeart/2016/7/layout/RepeatingBendingProcessNew"/>
    <dgm:cxn modelId="{B9A80B17-8260-4076-9102-794CBE5DE8B6}" type="presParOf" srcId="{A11ADE4A-4931-4D40-81EB-C75EE0ACCE1A}" destId="{F03AB4F7-82DD-483F-A2F4-6CFAA60C6A1F}" srcOrd="12" destOrd="0" presId="urn:microsoft.com/office/officeart/2016/7/layout/RepeatingBendingProcessNew"/>
    <dgm:cxn modelId="{37D2D94E-4727-4904-9EF3-86797C9CBA7A}" type="presParOf" srcId="{A11ADE4A-4931-4D40-81EB-C75EE0ACCE1A}" destId="{C79825B4-8E7F-483E-A280-91A3CC18FF1D}" srcOrd="13" destOrd="0" presId="urn:microsoft.com/office/officeart/2016/7/layout/RepeatingBendingProcessNew"/>
    <dgm:cxn modelId="{BA28A966-8BFB-4A61-9896-93B389DA33B9}" type="presParOf" srcId="{C79825B4-8E7F-483E-A280-91A3CC18FF1D}" destId="{E60C0999-EC9E-4224-ACEB-C2C2D87CCC5F}" srcOrd="0" destOrd="0" presId="urn:microsoft.com/office/officeart/2016/7/layout/RepeatingBendingProcessNew"/>
    <dgm:cxn modelId="{1EB719F2-023E-43EC-8B03-B7BCB82AE710}" type="presParOf" srcId="{A11ADE4A-4931-4D40-81EB-C75EE0ACCE1A}" destId="{BABE0E74-0021-426C-9C79-BD90FB16E7B6}" srcOrd="14" destOrd="0" presId="urn:microsoft.com/office/officeart/2016/7/layout/RepeatingBendingProcessNew"/>
    <dgm:cxn modelId="{C701647B-38B2-465F-A747-3250B7A6C0F1}" type="presParOf" srcId="{A11ADE4A-4931-4D40-81EB-C75EE0ACCE1A}" destId="{199BB7B7-0DED-43D3-910D-75545CD64536}" srcOrd="15" destOrd="0" presId="urn:microsoft.com/office/officeart/2016/7/layout/RepeatingBendingProcessNew"/>
    <dgm:cxn modelId="{C69FD4DA-C6C4-40FE-A2CE-B28B40D7FB44}" type="presParOf" srcId="{199BB7B7-0DED-43D3-910D-75545CD64536}" destId="{0E1FBEBC-A919-473B-9189-F326C63E89E7}" srcOrd="0" destOrd="0" presId="urn:microsoft.com/office/officeart/2016/7/layout/RepeatingBendingProcessNew"/>
    <dgm:cxn modelId="{4EE56B6F-A678-4588-AF8D-21DAB08AD101}" type="presParOf" srcId="{A11ADE4A-4931-4D40-81EB-C75EE0ACCE1A}" destId="{F59FEA8A-2FA3-4793-A2F0-83478C273683}" srcOrd="16" destOrd="0" presId="urn:microsoft.com/office/officeart/2016/7/layout/RepeatingBendingProcessNew"/>
    <dgm:cxn modelId="{E5A0F31D-F8E5-4C5B-B994-14425D74FEAF}" type="presParOf" srcId="{A11ADE4A-4931-4D40-81EB-C75EE0ACCE1A}" destId="{2FCD9B25-B1FF-4698-B08C-7899F0BC3329}" srcOrd="17" destOrd="0" presId="urn:microsoft.com/office/officeart/2016/7/layout/RepeatingBendingProcessNew"/>
    <dgm:cxn modelId="{7A1D3DD1-1ECA-4FA0-A9EF-47C2DEA45BED}" type="presParOf" srcId="{2FCD9B25-B1FF-4698-B08C-7899F0BC3329}" destId="{C6FC3D5E-B281-457D-A23C-AA8A7802D912}" srcOrd="0" destOrd="0" presId="urn:microsoft.com/office/officeart/2016/7/layout/RepeatingBendingProcessNew"/>
    <dgm:cxn modelId="{E50DC1F1-8C14-4A9A-90A8-2F56F00F7C47}" type="presParOf" srcId="{A11ADE4A-4931-4D40-81EB-C75EE0ACCE1A}" destId="{A70FD173-FBC8-40AC-BD1C-6007045F67E5}" srcOrd="18" destOrd="0" presId="urn:microsoft.com/office/officeart/2016/7/layout/RepeatingBendingProcessNew"/>
    <dgm:cxn modelId="{A5AD4FF9-B29B-4D6E-AE4D-1814E3054220}" type="presParOf" srcId="{A11ADE4A-4931-4D40-81EB-C75EE0ACCE1A}" destId="{FF775011-827F-46C1-9B6D-DE455CEEF662}" srcOrd="19" destOrd="0" presId="urn:microsoft.com/office/officeart/2016/7/layout/RepeatingBendingProcessNew"/>
    <dgm:cxn modelId="{30D07D7B-5625-471C-B937-69E199A233C7}" type="presParOf" srcId="{FF775011-827F-46C1-9B6D-DE455CEEF662}" destId="{D3E99F2D-5F79-4CF4-8ACF-F16F44FF7BDB}" srcOrd="0" destOrd="0" presId="urn:microsoft.com/office/officeart/2016/7/layout/RepeatingBendingProcessNew"/>
    <dgm:cxn modelId="{4008D8BD-EDFA-4966-8646-E4A0251CD02F}" type="presParOf" srcId="{A11ADE4A-4931-4D40-81EB-C75EE0ACCE1A}" destId="{1A7EE04F-5B21-4528-8D31-618F28FCD86D}" srcOrd="20" destOrd="0" presId="urn:microsoft.com/office/officeart/2016/7/layout/RepeatingBendingProcessNew"/>
    <dgm:cxn modelId="{84C9F313-8DBF-4C74-A549-9FA115C15521}" type="presParOf" srcId="{A11ADE4A-4931-4D40-81EB-C75EE0ACCE1A}" destId="{96F1ED23-F99F-4370-A324-B4E83428373B}" srcOrd="21" destOrd="0" presId="urn:microsoft.com/office/officeart/2016/7/layout/RepeatingBendingProcessNew"/>
    <dgm:cxn modelId="{B1A38109-8154-47F9-81D0-AE48D8089A24}" type="presParOf" srcId="{96F1ED23-F99F-4370-A324-B4E83428373B}" destId="{751F32C0-8B46-4DA0-B55C-92C1850340BD}" srcOrd="0" destOrd="0" presId="urn:microsoft.com/office/officeart/2016/7/layout/RepeatingBendingProcessNew"/>
    <dgm:cxn modelId="{7E03CEFE-6379-496A-8478-44E445E59606}" type="presParOf" srcId="{A11ADE4A-4931-4D40-81EB-C75EE0ACCE1A}" destId="{F25CD2E5-5DF0-45E7-A83D-5B7BFDD914B9}" srcOrd="22" destOrd="0" presId="urn:microsoft.com/office/officeart/2016/7/layout/RepeatingBendingProcessNew"/>
    <dgm:cxn modelId="{CF4C0591-1152-4C34-AB28-B56E1D257836}" type="presParOf" srcId="{A11ADE4A-4931-4D40-81EB-C75EE0ACCE1A}" destId="{58F1D11E-E9BB-4FE4-B455-7D4A7F0F67A7}" srcOrd="23" destOrd="0" presId="urn:microsoft.com/office/officeart/2016/7/layout/RepeatingBendingProcessNew"/>
    <dgm:cxn modelId="{B353238C-C4AF-47CD-967E-9DD6BF7E6C7E}" type="presParOf" srcId="{58F1D11E-E9BB-4FE4-B455-7D4A7F0F67A7}" destId="{2FE5518A-2CFE-4584-8821-B2EAFD3F6520}" srcOrd="0" destOrd="0" presId="urn:microsoft.com/office/officeart/2016/7/layout/RepeatingBendingProcessNew"/>
    <dgm:cxn modelId="{C71EBB30-9A41-42BE-AF90-FB810AD63825}" type="presParOf" srcId="{A11ADE4A-4931-4D40-81EB-C75EE0ACCE1A}" destId="{75041486-B9B3-46AF-8880-57207C024A86}" srcOrd="24" destOrd="0" presId="urn:microsoft.com/office/officeart/2016/7/layout/RepeatingBendingProcessNew"/>
    <dgm:cxn modelId="{83D905E7-AE47-45D4-9C27-70E6CE6259B4}" type="presParOf" srcId="{A11ADE4A-4931-4D40-81EB-C75EE0ACCE1A}" destId="{4806847B-65DC-4F54-993D-F4A3396B086D}" srcOrd="25" destOrd="0" presId="urn:microsoft.com/office/officeart/2016/7/layout/RepeatingBendingProcessNew"/>
    <dgm:cxn modelId="{0DFE2568-CBC1-4AD9-BD9E-C48489BF1E8C}" type="presParOf" srcId="{4806847B-65DC-4F54-993D-F4A3396B086D}" destId="{8C6F5E5B-5CF3-46FE-8077-D5A331E52785}" srcOrd="0" destOrd="0" presId="urn:microsoft.com/office/officeart/2016/7/layout/RepeatingBendingProcessNew"/>
    <dgm:cxn modelId="{956CB957-89C2-4BF1-B7CE-0746895CE012}" type="presParOf" srcId="{A11ADE4A-4931-4D40-81EB-C75EE0ACCE1A}" destId="{3AC13347-CF8E-4CAF-B92F-6BB3CB8AB690}" srcOrd="26" destOrd="0" presId="urn:microsoft.com/office/officeart/2016/7/layout/RepeatingBendingProcessNew"/>
    <dgm:cxn modelId="{F076E40F-7D9D-434C-95D8-3A4F8525C902}" type="presParOf" srcId="{A11ADE4A-4931-4D40-81EB-C75EE0ACCE1A}" destId="{4798E0D1-7E40-420A-89B9-9F9E89D9B711}" srcOrd="27" destOrd="0" presId="urn:microsoft.com/office/officeart/2016/7/layout/RepeatingBendingProcessNew"/>
    <dgm:cxn modelId="{BF41B293-1934-49E6-8CE8-44D17914BE21}" type="presParOf" srcId="{4798E0D1-7E40-420A-89B9-9F9E89D9B711}" destId="{FE48C03B-72C7-406E-9FE6-A689A9627D65}" srcOrd="0" destOrd="0" presId="urn:microsoft.com/office/officeart/2016/7/layout/RepeatingBendingProcessNew"/>
    <dgm:cxn modelId="{D5BDF50E-8149-4AEE-A86C-EAD5CEA2F73B}" type="presParOf" srcId="{A11ADE4A-4931-4D40-81EB-C75EE0ACCE1A}" destId="{9D331971-6B31-4A1D-8E7F-3D216C739F6F}" srcOrd="28" destOrd="0" presId="urn:microsoft.com/office/officeart/2016/7/layout/RepeatingBendingProcessNew"/>
    <dgm:cxn modelId="{06C85157-24D3-4C3A-8221-07CE79E59415}" type="presParOf" srcId="{A11ADE4A-4931-4D40-81EB-C75EE0ACCE1A}" destId="{6DD7F76E-CE96-482F-A1C0-AAC1D422A7F0}" srcOrd="29" destOrd="0" presId="urn:microsoft.com/office/officeart/2016/7/layout/RepeatingBendingProcessNew"/>
    <dgm:cxn modelId="{5A91A4F5-7FC3-4689-B814-E916B05CF855}" type="presParOf" srcId="{6DD7F76E-CE96-482F-A1C0-AAC1D422A7F0}" destId="{0905D52B-5FD5-441B-B4C2-29EF62715438}" srcOrd="0" destOrd="0" presId="urn:microsoft.com/office/officeart/2016/7/layout/RepeatingBendingProcessNew"/>
    <dgm:cxn modelId="{E93660DB-16EF-4AB6-884B-7D42F0FF857C}" type="presParOf" srcId="{A11ADE4A-4931-4D40-81EB-C75EE0ACCE1A}" destId="{39DD1212-FED6-49E5-B2B4-FF973BAF5ABB}" srcOrd="3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F294011-AD54-461F-9768-FD3AE74055F6}"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5986D636-A3BE-40B6-A783-D1CBB982152C}">
      <dgm:prSet/>
      <dgm:spPr/>
      <dgm:t>
        <a:bodyPr/>
        <a:lstStyle/>
        <a:p>
          <a:r>
            <a:rPr lang="en-US"/>
            <a:t>Which vaccine was administered the most? </a:t>
          </a:r>
        </a:p>
      </dgm:t>
    </dgm:pt>
    <dgm:pt modelId="{A6298543-B4F2-40DB-B2D2-DD58E80163BF}" type="parTrans" cxnId="{146F7E62-69E9-41AE-9EC0-6B4CA550F4BA}">
      <dgm:prSet/>
      <dgm:spPr/>
      <dgm:t>
        <a:bodyPr/>
        <a:lstStyle/>
        <a:p>
          <a:endParaRPr lang="en-US"/>
        </a:p>
      </dgm:t>
    </dgm:pt>
    <dgm:pt modelId="{19FC3E91-FB36-420C-BB3E-FAB2FD2960D5}" type="sibTrans" cxnId="{146F7E62-69E9-41AE-9EC0-6B4CA550F4BA}">
      <dgm:prSet/>
      <dgm:spPr/>
      <dgm:t>
        <a:bodyPr/>
        <a:lstStyle/>
        <a:p>
          <a:endParaRPr lang="en-US"/>
        </a:p>
      </dgm:t>
    </dgm:pt>
    <dgm:pt modelId="{83C8BD6B-A836-44FB-A301-C061CD8CC21A}">
      <dgm:prSet/>
      <dgm:spPr/>
      <dgm:t>
        <a:bodyPr/>
        <a:lstStyle/>
        <a:p>
          <a:r>
            <a:rPr lang="en-US"/>
            <a:t>Which countries administered the highest number of vaccinations? </a:t>
          </a:r>
        </a:p>
      </dgm:t>
    </dgm:pt>
    <dgm:pt modelId="{89520FB5-C5F2-410A-8852-5248A03DB7E2}" type="parTrans" cxnId="{58A5F6FE-003A-4F7B-BAB0-5C55549431EC}">
      <dgm:prSet/>
      <dgm:spPr/>
      <dgm:t>
        <a:bodyPr/>
        <a:lstStyle/>
        <a:p>
          <a:endParaRPr lang="en-US"/>
        </a:p>
      </dgm:t>
    </dgm:pt>
    <dgm:pt modelId="{E383DA3A-579A-4822-8D2B-94EA114B0125}" type="sibTrans" cxnId="{58A5F6FE-003A-4F7B-BAB0-5C55549431EC}">
      <dgm:prSet/>
      <dgm:spPr/>
      <dgm:t>
        <a:bodyPr/>
        <a:lstStyle/>
        <a:p>
          <a:endParaRPr lang="en-US"/>
        </a:p>
      </dgm:t>
    </dgm:pt>
    <dgm:pt modelId="{F8440089-0C21-4C13-B05D-A51D72655CFC}">
      <dgm:prSet/>
      <dgm:spPr/>
      <dgm:t>
        <a:bodyPr/>
        <a:lstStyle/>
        <a:p>
          <a:r>
            <a:rPr lang="en-US"/>
            <a:t>Which regions administered more than 500,000 vaccine doses? </a:t>
          </a:r>
        </a:p>
      </dgm:t>
    </dgm:pt>
    <dgm:pt modelId="{5F89B2FF-DD9D-47B1-BBA8-5A4375BBB0C7}" type="parTrans" cxnId="{FD239ABC-B212-422B-B354-55BBBF01F546}">
      <dgm:prSet/>
      <dgm:spPr/>
      <dgm:t>
        <a:bodyPr/>
        <a:lstStyle/>
        <a:p>
          <a:endParaRPr lang="en-US"/>
        </a:p>
      </dgm:t>
    </dgm:pt>
    <dgm:pt modelId="{E8E27CC5-18A1-45D0-91A5-DAFF6C454318}" type="sibTrans" cxnId="{FD239ABC-B212-422B-B354-55BBBF01F546}">
      <dgm:prSet/>
      <dgm:spPr/>
      <dgm:t>
        <a:bodyPr/>
        <a:lstStyle/>
        <a:p>
          <a:endParaRPr lang="en-US"/>
        </a:p>
      </dgm:t>
    </dgm:pt>
    <dgm:pt modelId="{433B913D-ACF2-4E09-98B0-459792026AAA}">
      <dgm:prSet/>
      <dgm:spPr/>
      <dgm:t>
        <a:bodyPr/>
        <a:lstStyle/>
        <a:p>
          <a:r>
            <a:rPr lang="en-US"/>
            <a:t>Which vaccine was administered the least? </a:t>
          </a:r>
        </a:p>
      </dgm:t>
    </dgm:pt>
    <dgm:pt modelId="{7F4707CA-EE61-448D-8E38-553F5034D324}" type="parTrans" cxnId="{D486FFB4-6BD1-44AC-8B29-D7295CCB1EBE}">
      <dgm:prSet/>
      <dgm:spPr/>
      <dgm:t>
        <a:bodyPr/>
        <a:lstStyle/>
        <a:p>
          <a:endParaRPr lang="en-US"/>
        </a:p>
      </dgm:t>
    </dgm:pt>
    <dgm:pt modelId="{22A0985D-B058-46C9-85B6-0292FD65B3C5}" type="sibTrans" cxnId="{D486FFB4-6BD1-44AC-8B29-D7295CCB1EBE}">
      <dgm:prSet/>
      <dgm:spPr/>
      <dgm:t>
        <a:bodyPr/>
        <a:lstStyle/>
        <a:p>
          <a:endParaRPr lang="en-US"/>
        </a:p>
      </dgm:t>
    </dgm:pt>
    <dgm:pt modelId="{AC83725B-9026-4536-A870-55A9403D1860}">
      <dgm:prSet/>
      <dgm:spPr/>
      <dgm:t>
        <a:bodyPr/>
        <a:lstStyle/>
        <a:p>
          <a:r>
            <a:rPr lang="en-US"/>
            <a:t>Which countries recorded the highest average number of vaccinations per report?</a:t>
          </a:r>
        </a:p>
      </dgm:t>
    </dgm:pt>
    <dgm:pt modelId="{A2E22841-E57A-482B-85FF-D8E4A0E8E0F6}" type="parTrans" cxnId="{3B67C4ED-0186-4F4C-907B-E0B3CDC89467}">
      <dgm:prSet/>
      <dgm:spPr/>
      <dgm:t>
        <a:bodyPr/>
        <a:lstStyle/>
        <a:p>
          <a:endParaRPr lang="en-US"/>
        </a:p>
      </dgm:t>
    </dgm:pt>
    <dgm:pt modelId="{AD1C2EF5-621C-4042-8728-6A8F88E85C79}" type="sibTrans" cxnId="{3B67C4ED-0186-4F4C-907B-E0B3CDC89467}">
      <dgm:prSet/>
      <dgm:spPr/>
      <dgm:t>
        <a:bodyPr/>
        <a:lstStyle/>
        <a:p>
          <a:endParaRPr lang="en-US"/>
        </a:p>
      </dgm:t>
    </dgm:pt>
    <dgm:pt modelId="{F95CB208-D929-41D9-B1D2-51BD858F75E5}" type="pres">
      <dgm:prSet presAssocID="{2F294011-AD54-461F-9768-FD3AE74055F6}" presName="vert0" presStyleCnt="0">
        <dgm:presLayoutVars>
          <dgm:dir/>
          <dgm:animOne val="branch"/>
          <dgm:animLvl val="lvl"/>
        </dgm:presLayoutVars>
      </dgm:prSet>
      <dgm:spPr/>
    </dgm:pt>
    <dgm:pt modelId="{84E85843-5E27-4475-BB09-2613EFDB9143}" type="pres">
      <dgm:prSet presAssocID="{5986D636-A3BE-40B6-A783-D1CBB982152C}" presName="thickLine" presStyleLbl="alignNode1" presStyleIdx="0" presStyleCnt="5"/>
      <dgm:spPr/>
    </dgm:pt>
    <dgm:pt modelId="{58828B74-7C93-45A5-B030-B1B7CB3B2129}" type="pres">
      <dgm:prSet presAssocID="{5986D636-A3BE-40B6-A783-D1CBB982152C}" presName="horz1" presStyleCnt="0"/>
      <dgm:spPr/>
    </dgm:pt>
    <dgm:pt modelId="{AE51D786-483D-433B-BA22-F34AE632AD68}" type="pres">
      <dgm:prSet presAssocID="{5986D636-A3BE-40B6-A783-D1CBB982152C}" presName="tx1" presStyleLbl="revTx" presStyleIdx="0" presStyleCnt="5"/>
      <dgm:spPr/>
    </dgm:pt>
    <dgm:pt modelId="{BC860A56-ABE3-4EB9-853C-D4141193B4E0}" type="pres">
      <dgm:prSet presAssocID="{5986D636-A3BE-40B6-A783-D1CBB982152C}" presName="vert1" presStyleCnt="0"/>
      <dgm:spPr/>
    </dgm:pt>
    <dgm:pt modelId="{422FECEB-EB0F-4790-8F1B-4CCA78E738AA}" type="pres">
      <dgm:prSet presAssocID="{83C8BD6B-A836-44FB-A301-C061CD8CC21A}" presName="thickLine" presStyleLbl="alignNode1" presStyleIdx="1" presStyleCnt="5"/>
      <dgm:spPr/>
    </dgm:pt>
    <dgm:pt modelId="{39CAB3C3-0F7B-470E-92BF-4D36DBC507AD}" type="pres">
      <dgm:prSet presAssocID="{83C8BD6B-A836-44FB-A301-C061CD8CC21A}" presName="horz1" presStyleCnt="0"/>
      <dgm:spPr/>
    </dgm:pt>
    <dgm:pt modelId="{F1EF0298-1F82-4518-975C-A704AF6E0E55}" type="pres">
      <dgm:prSet presAssocID="{83C8BD6B-A836-44FB-A301-C061CD8CC21A}" presName="tx1" presStyleLbl="revTx" presStyleIdx="1" presStyleCnt="5"/>
      <dgm:spPr/>
    </dgm:pt>
    <dgm:pt modelId="{FD387B74-FA71-4CBD-96CD-52E34DA4A280}" type="pres">
      <dgm:prSet presAssocID="{83C8BD6B-A836-44FB-A301-C061CD8CC21A}" presName="vert1" presStyleCnt="0"/>
      <dgm:spPr/>
    </dgm:pt>
    <dgm:pt modelId="{D5E02598-F617-4A0D-9A77-D500CD3D4969}" type="pres">
      <dgm:prSet presAssocID="{F8440089-0C21-4C13-B05D-A51D72655CFC}" presName="thickLine" presStyleLbl="alignNode1" presStyleIdx="2" presStyleCnt="5"/>
      <dgm:spPr/>
    </dgm:pt>
    <dgm:pt modelId="{5AB385E6-2EB1-4853-A450-5DAC00B10606}" type="pres">
      <dgm:prSet presAssocID="{F8440089-0C21-4C13-B05D-A51D72655CFC}" presName="horz1" presStyleCnt="0"/>
      <dgm:spPr/>
    </dgm:pt>
    <dgm:pt modelId="{3B7641F8-8094-4B52-B17E-687234F4D889}" type="pres">
      <dgm:prSet presAssocID="{F8440089-0C21-4C13-B05D-A51D72655CFC}" presName="tx1" presStyleLbl="revTx" presStyleIdx="2" presStyleCnt="5"/>
      <dgm:spPr/>
    </dgm:pt>
    <dgm:pt modelId="{B3218298-53C3-4E1D-BAE6-78D05A823AEB}" type="pres">
      <dgm:prSet presAssocID="{F8440089-0C21-4C13-B05D-A51D72655CFC}" presName="vert1" presStyleCnt="0"/>
      <dgm:spPr/>
    </dgm:pt>
    <dgm:pt modelId="{981C3B24-4BBD-4347-8C1E-617D35FB168D}" type="pres">
      <dgm:prSet presAssocID="{433B913D-ACF2-4E09-98B0-459792026AAA}" presName="thickLine" presStyleLbl="alignNode1" presStyleIdx="3" presStyleCnt="5"/>
      <dgm:spPr/>
    </dgm:pt>
    <dgm:pt modelId="{3B74B13B-6C08-4A94-A055-B4F22FB8C1AB}" type="pres">
      <dgm:prSet presAssocID="{433B913D-ACF2-4E09-98B0-459792026AAA}" presName="horz1" presStyleCnt="0"/>
      <dgm:spPr/>
    </dgm:pt>
    <dgm:pt modelId="{1DA09144-AB69-4B79-B686-4D4700AD5A34}" type="pres">
      <dgm:prSet presAssocID="{433B913D-ACF2-4E09-98B0-459792026AAA}" presName="tx1" presStyleLbl="revTx" presStyleIdx="3" presStyleCnt="5"/>
      <dgm:spPr/>
    </dgm:pt>
    <dgm:pt modelId="{24BDB898-0B43-4086-A2BD-34F78B62D41C}" type="pres">
      <dgm:prSet presAssocID="{433B913D-ACF2-4E09-98B0-459792026AAA}" presName="vert1" presStyleCnt="0"/>
      <dgm:spPr/>
    </dgm:pt>
    <dgm:pt modelId="{E7DB4DDE-EBD2-429B-B833-CFECE40BF656}" type="pres">
      <dgm:prSet presAssocID="{AC83725B-9026-4536-A870-55A9403D1860}" presName="thickLine" presStyleLbl="alignNode1" presStyleIdx="4" presStyleCnt="5"/>
      <dgm:spPr/>
    </dgm:pt>
    <dgm:pt modelId="{6737B588-EFB2-4D28-AD8A-5D4989188EB6}" type="pres">
      <dgm:prSet presAssocID="{AC83725B-9026-4536-A870-55A9403D1860}" presName="horz1" presStyleCnt="0"/>
      <dgm:spPr/>
    </dgm:pt>
    <dgm:pt modelId="{92BC06C2-0BD5-4226-B60C-226A1CB91246}" type="pres">
      <dgm:prSet presAssocID="{AC83725B-9026-4536-A870-55A9403D1860}" presName="tx1" presStyleLbl="revTx" presStyleIdx="4" presStyleCnt="5"/>
      <dgm:spPr/>
    </dgm:pt>
    <dgm:pt modelId="{37593D5F-81D1-4E57-8507-1F3C71039B4F}" type="pres">
      <dgm:prSet presAssocID="{AC83725B-9026-4536-A870-55A9403D1860}" presName="vert1" presStyleCnt="0"/>
      <dgm:spPr/>
    </dgm:pt>
  </dgm:ptLst>
  <dgm:cxnLst>
    <dgm:cxn modelId="{8D8D9B08-0D4D-400E-823D-87F6A7066DE0}" type="presOf" srcId="{2F294011-AD54-461F-9768-FD3AE74055F6}" destId="{F95CB208-D929-41D9-B1D2-51BD858F75E5}" srcOrd="0" destOrd="0" presId="urn:microsoft.com/office/officeart/2008/layout/LinedList"/>
    <dgm:cxn modelId="{146F7E62-69E9-41AE-9EC0-6B4CA550F4BA}" srcId="{2F294011-AD54-461F-9768-FD3AE74055F6}" destId="{5986D636-A3BE-40B6-A783-D1CBB982152C}" srcOrd="0" destOrd="0" parTransId="{A6298543-B4F2-40DB-B2D2-DD58E80163BF}" sibTransId="{19FC3E91-FB36-420C-BB3E-FAB2FD2960D5}"/>
    <dgm:cxn modelId="{EF1AEC68-DBA1-49AE-8130-F795D06DF790}" type="presOf" srcId="{F8440089-0C21-4C13-B05D-A51D72655CFC}" destId="{3B7641F8-8094-4B52-B17E-687234F4D889}" srcOrd="0" destOrd="0" presId="urn:microsoft.com/office/officeart/2008/layout/LinedList"/>
    <dgm:cxn modelId="{BC775F8F-CA31-4BFE-9B8E-D4F749F1F070}" type="presOf" srcId="{AC83725B-9026-4536-A870-55A9403D1860}" destId="{92BC06C2-0BD5-4226-B60C-226A1CB91246}" srcOrd="0" destOrd="0" presId="urn:microsoft.com/office/officeart/2008/layout/LinedList"/>
    <dgm:cxn modelId="{FCDA7AA0-BCDE-443E-9C84-130EABC294E5}" type="presOf" srcId="{433B913D-ACF2-4E09-98B0-459792026AAA}" destId="{1DA09144-AB69-4B79-B686-4D4700AD5A34}" srcOrd="0" destOrd="0" presId="urn:microsoft.com/office/officeart/2008/layout/LinedList"/>
    <dgm:cxn modelId="{7F2166AE-89C4-40C5-9913-64A69BEBC888}" type="presOf" srcId="{83C8BD6B-A836-44FB-A301-C061CD8CC21A}" destId="{F1EF0298-1F82-4518-975C-A704AF6E0E55}" srcOrd="0" destOrd="0" presId="urn:microsoft.com/office/officeart/2008/layout/LinedList"/>
    <dgm:cxn modelId="{D486FFB4-6BD1-44AC-8B29-D7295CCB1EBE}" srcId="{2F294011-AD54-461F-9768-FD3AE74055F6}" destId="{433B913D-ACF2-4E09-98B0-459792026AAA}" srcOrd="3" destOrd="0" parTransId="{7F4707CA-EE61-448D-8E38-553F5034D324}" sibTransId="{22A0985D-B058-46C9-85B6-0292FD65B3C5}"/>
    <dgm:cxn modelId="{FD239ABC-B212-422B-B354-55BBBF01F546}" srcId="{2F294011-AD54-461F-9768-FD3AE74055F6}" destId="{F8440089-0C21-4C13-B05D-A51D72655CFC}" srcOrd="2" destOrd="0" parTransId="{5F89B2FF-DD9D-47B1-BBA8-5A4375BBB0C7}" sibTransId="{E8E27CC5-18A1-45D0-91A5-DAFF6C454318}"/>
    <dgm:cxn modelId="{3B67C4ED-0186-4F4C-907B-E0B3CDC89467}" srcId="{2F294011-AD54-461F-9768-FD3AE74055F6}" destId="{AC83725B-9026-4536-A870-55A9403D1860}" srcOrd="4" destOrd="0" parTransId="{A2E22841-E57A-482B-85FF-D8E4A0E8E0F6}" sibTransId="{AD1C2EF5-621C-4042-8728-6A8F88E85C79}"/>
    <dgm:cxn modelId="{7FE4A9F6-C30B-47F1-BB4B-928379E88A68}" type="presOf" srcId="{5986D636-A3BE-40B6-A783-D1CBB982152C}" destId="{AE51D786-483D-433B-BA22-F34AE632AD68}" srcOrd="0" destOrd="0" presId="urn:microsoft.com/office/officeart/2008/layout/LinedList"/>
    <dgm:cxn modelId="{58A5F6FE-003A-4F7B-BAB0-5C55549431EC}" srcId="{2F294011-AD54-461F-9768-FD3AE74055F6}" destId="{83C8BD6B-A836-44FB-A301-C061CD8CC21A}" srcOrd="1" destOrd="0" parTransId="{89520FB5-C5F2-410A-8852-5248A03DB7E2}" sibTransId="{E383DA3A-579A-4822-8D2B-94EA114B0125}"/>
    <dgm:cxn modelId="{E7EE9B8F-2329-4229-93A1-6DDF967BFA33}" type="presParOf" srcId="{F95CB208-D929-41D9-B1D2-51BD858F75E5}" destId="{84E85843-5E27-4475-BB09-2613EFDB9143}" srcOrd="0" destOrd="0" presId="urn:microsoft.com/office/officeart/2008/layout/LinedList"/>
    <dgm:cxn modelId="{8D213DBE-C1C1-44EB-B18A-23A0A5527726}" type="presParOf" srcId="{F95CB208-D929-41D9-B1D2-51BD858F75E5}" destId="{58828B74-7C93-45A5-B030-B1B7CB3B2129}" srcOrd="1" destOrd="0" presId="urn:microsoft.com/office/officeart/2008/layout/LinedList"/>
    <dgm:cxn modelId="{7004BC3F-248E-4215-A4CB-0D54E2CCAA27}" type="presParOf" srcId="{58828B74-7C93-45A5-B030-B1B7CB3B2129}" destId="{AE51D786-483D-433B-BA22-F34AE632AD68}" srcOrd="0" destOrd="0" presId="urn:microsoft.com/office/officeart/2008/layout/LinedList"/>
    <dgm:cxn modelId="{6680DC8F-A465-4A66-A6BF-598A96665867}" type="presParOf" srcId="{58828B74-7C93-45A5-B030-B1B7CB3B2129}" destId="{BC860A56-ABE3-4EB9-853C-D4141193B4E0}" srcOrd="1" destOrd="0" presId="urn:microsoft.com/office/officeart/2008/layout/LinedList"/>
    <dgm:cxn modelId="{AE4C17B0-8B5B-42CB-A55A-4191713140AD}" type="presParOf" srcId="{F95CB208-D929-41D9-B1D2-51BD858F75E5}" destId="{422FECEB-EB0F-4790-8F1B-4CCA78E738AA}" srcOrd="2" destOrd="0" presId="urn:microsoft.com/office/officeart/2008/layout/LinedList"/>
    <dgm:cxn modelId="{900FE11A-C42C-434E-9260-74555B780672}" type="presParOf" srcId="{F95CB208-D929-41D9-B1D2-51BD858F75E5}" destId="{39CAB3C3-0F7B-470E-92BF-4D36DBC507AD}" srcOrd="3" destOrd="0" presId="urn:microsoft.com/office/officeart/2008/layout/LinedList"/>
    <dgm:cxn modelId="{A026B748-ACE5-439F-AECB-D7DFAD8322A7}" type="presParOf" srcId="{39CAB3C3-0F7B-470E-92BF-4D36DBC507AD}" destId="{F1EF0298-1F82-4518-975C-A704AF6E0E55}" srcOrd="0" destOrd="0" presId="urn:microsoft.com/office/officeart/2008/layout/LinedList"/>
    <dgm:cxn modelId="{D88D8CAA-AA09-45F2-AB44-E22516C1A113}" type="presParOf" srcId="{39CAB3C3-0F7B-470E-92BF-4D36DBC507AD}" destId="{FD387B74-FA71-4CBD-96CD-52E34DA4A280}" srcOrd="1" destOrd="0" presId="urn:microsoft.com/office/officeart/2008/layout/LinedList"/>
    <dgm:cxn modelId="{2C78D424-74C4-429E-8C0C-CCE7DC1FB4B3}" type="presParOf" srcId="{F95CB208-D929-41D9-B1D2-51BD858F75E5}" destId="{D5E02598-F617-4A0D-9A77-D500CD3D4969}" srcOrd="4" destOrd="0" presId="urn:microsoft.com/office/officeart/2008/layout/LinedList"/>
    <dgm:cxn modelId="{60F4E9FD-CEF1-4D10-8E65-4DEE73DF15B0}" type="presParOf" srcId="{F95CB208-D929-41D9-B1D2-51BD858F75E5}" destId="{5AB385E6-2EB1-4853-A450-5DAC00B10606}" srcOrd="5" destOrd="0" presId="urn:microsoft.com/office/officeart/2008/layout/LinedList"/>
    <dgm:cxn modelId="{7EA38B85-5FF9-4B3A-9225-2B916D5E4D20}" type="presParOf" srcId="{5AB385E6-2EB1-4853-A450-5DAC00B10606}" destId="{3B7641F8-8094-4B52-B17E-687234F4D889}" srcOrd="0" destOrd="0" presId="urn:microsoft.com/office/officeart/2008/layout/LinedList"/>
    <dgm:cxn modelId="{6B185366-9325-4E7A-9C2B-2B8DBED6EF42}" type="presParOf" srcId="{5AB385E6-2EB1-4853-A450-5DAC00B10606}" destId="{B3218298-53C3-4E1D-BAE6-78D05A823AEB}" srcOrd="1" destOrd="0" presId="urn:microsoft.com/office/officeart/2008/layout/LinedList"/>
    <dgm:cxn modelId="{94CBFCED-5E31-4D23-BCD4-8CE93524C079}" type="presParOf" srcId="{F95CB208-D929-41D9-B1D2-51BD858F75E5}" destId="{981C3B24-4BBD-4347-8C1E-617D35FB168D}" srcOrd="6" destOrd="0" presId="urn:microsoft.com/office/officeart/2008/layout/LinedList"/>
    <dgm:cxn modelId="{F1D822FF-3E69-4A84-88EB-F8440D78D4C2}" type="presParOf" srcId="{F95CB208-D929-41D9-B1D2-51BD858F75E5}" destId="{3B74B13B-6C08-4A94-A055-B4F22FB8C1AB}" srcOrd="7" destOrd="0" presId="urn:microsoft.com/office/officeart/2008/layout/LinedList"/>
    <dgm:cxn modelId="{F57551C3-4122-4ABF-BFDA-7B7D16D32B6F}" type="presParOf" srcId="{3B74B13B-6C08-4A94-A055-B4F22FB8C1AB}" destId="{1DA09144-AB69-4B79-B686-4D4700AD5A34}" srcOrd="0" destOrd="0" presId="urn:microsoft.com/office/officeart/2008/layout/LinedList"/>
    <dgm:cxn modelId="{E6BA7F58-F306-4046-869C-E7EF13629293}" type="presParOf" srcId="{3B74B13B-6C08-4A94-A055-B4F22FB8C1AB}" destId="{24BDB898-0B43-4086-A2BD-34F78B62D41C}" srcOrd="1" destOrd="0" presId="urn:microsoft.com/office/officeart/2008/layout/LinedList"/>
    <dgm:cxn modelId="{A1B6E5A9-6E1C-4F35-983E-27AC92FF3F83}" type="presParOf" srcId="{F95CB208-D929-41D9-B1D2-51BD858F75E5}" destId="{E7DB4DDE-EBD2-429B-B833-CFECE40BF656}" srcOrd="8" destOrd="0" presId="urn:microsoft.com/office/officeart/2008/layout/LinedList"/>
    <dgm:cxn modelId="{668A4529-316A-48DF-AB40-E7C7768F7954}" type="presParOf" srcId="{F95CB208-D929-41D9-B1D2-51BD858F75E5}" destId="{6737B588-EFB2-4D28-AD8A-5D4989188EB6}" srcOrd="9" destOrd="0" presId="urn:microsoft.com/office/officeart/2008/layout/LinedList"/>
    <dgm:cxn modelId="{F8520CF6-35CC-473B-B71D-73B33880789E}" type="presParOf" srcId="{6737B588-EFB2-4D28-AD8A-5D4989188EB6}" destId="{92BC06C2-0BD5-4226-B60C-226A1CB91246}" srcOrd="0" destOrd="0" presId="urn:microsoft.com/office/officeart/2008/layout/LinedList"/>
    <dgm:cxn modelId="{81F93331-5401-449C-8597-430AA87A04E1}" type="presParOf" srcId="{6737B588-EFB2-4D28-AD8A-5D4989188EB6}" destId="{37593D5F-81D1-4E57-8507-1F3C71039B4F}"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100ACA0-0233-40AD-9895-D35E250287EB}"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7743EB94-DCCB-4331-ACA5-788BF0825DA4}">
      <dgm:prSet custT="1"/>
      <dgm:spPr/>
      <dgm:t>
        <a:bodyPr/>
        <a:lstStyle/>
        <a:p>
          <a:r>
            <a:rPr lang="en-US" sz="2400" b="1" dirty="0"/>
            <a:t>Key Achievements</a:t>
          </a:r>
          <a:endParaRPr lang="en-US" sz="2400" dirty="0"/>
        </a:p>
      </dgm:t>
    </dgm:pt>
    <dgm:pt modelId="{326494F4-59AE-448F-BB1C-B7B07FC50E7A}" type="parTrans" cxnId="{F8670AA3-AB97-4AEC-9BAB-C8DBBE141546}">
      <dgm:prSet/>
      <dgm:spPr/>
      <dgm:t>
        <a:bodyPr/>
        <a:lstStyle/>
        <a:p>
          <a:endParaRPr lang="en-US"/>
        </a:p>
      </dgm:t>
    </dgm:pt>
    <dgm:pt modelId="{4B7F2A3F-04C1-440C-9ADA-ECBA1F21787B}" type="sibTrans" cxnId="{F8670AA3-AB97-4AEC-9BAB-C8DBBE141546}">
      <dgm:prSet/>
      <dgm:spPr/>
      <dgm:t>
        <a:bodyPr/>
        <a:lstStyle/>
        <a:p>
          <a:endParaRPr lang="en-US"/>
        </a:p>
      </dgm:t>
    </dgm:pt>
    <dgm:pt modelId="{F0906380-34F1-4FF0-A7D0-1B5E3958A1CC}">
      <dgm:prSet/>
      <dgm:spPr/>
      <dgm:t>
        <a:bodyPr/>
        <a:lstStyle/>
        <a:p>
          <a:r>
            <a:rPr lang="en-US"/>
            <a:t>Successfully queried a relational healthcare database using SQL. </a:t>
          </a:r>
        </a:p>
      </dgm:t>
    </dgm:pt>
    <dgm:pt modelId="{A8EE3B9F-E7B6-4B8C-8DFA-FFC2698B4F0A}" type="parTrans" cxnId="{B67EDFA8-E6CC-4826-A793-B2B77E1E3136}">
      <dgm:prSet/>
      <dgm:spPr/>
      <dgm:t>
        <a:bodyPr/>
        <a:lstStyle/>
        <a:p>
          <a:endParaRPr lang="en-US"/>
        </a:p>
      </dgm:t>
    </dgm:pt>
    <dgm:pt modelId="{49361159-D5B8-4E29-9F53-7C828C375203}" type="sibTrans" cxnId="{B67EDFA8-E6CC-4826-A793-B2B77E1E3136}">
      <dgm:prSet/>
      <dgm:spPr/>
      <dgm:t>
        <a:bodyPr/>
        <a:lstStyle/>
        <a:p>
          <a:endParaRPr lang="en-US"/>
        </a:p>
      </dgm:t>
    </dgm:pt>
    <dgm:pt modelId="{258F257F-D096-49AB-9B63-6CFB51594B64}">
      <dgm:prSet/>
      <dgm:spPr/>
      <dgm:t>
        <a:bodyPr/>
        <a:lstStyle/>
        <a:p>
          <a:r>
            <a:rPr lang="en-US"/>
            <a:t>Applied JOINs, aggregation, grouping, filtering, sorting, and ranking techniques. </a:t>
          </a:r>
        </a:p>
      </dgm:t>
    </dgm:pt>
    <dgm:pt modelId="{8386510C-7A0B-4CE4-A211-B40AEB7E9B4A}" type="parTrans" cxnId="{C5129067-177F-4C0B-A198-082A4BB6C736}">
      <dgm:prSet/>
      <dgm:spPr/>
      <dgm:t>
        <a:bodyPr/>
        <a:lstStyle/>
        <a:p>
          <a:endParaRPr lang="en-US"/>
        </a:p>
      </dgm:t>
    </dgm:pt>
    <dgm:pt modelId="{59BB12A2-DB87-458D-BF46-3BAE839A372E}" type="sibTrans" cxnId="{C5129067-177F-4C0B-A198-082A4BB6C736}">
      <dgm:prSet/>
      <dgm:spPr/>
      <dgm:t>
        <a:bodyPr/>
        <a:lstStyle/>
        <a:p>
          <a:endParaRPr lang="en-US"/>
        </a:p>
      </dgm:t>
    </dgm:pt>
    <dgm:pt modelId="{87B6B125-11A6-4FE0-A565-53BA67E0FEE0}">
      <dgm:prSet/>
      <dgm:spPr/>
      <dgm:t>
        <a:bodyPr/>
        <a:lstStyle/>
        <a:p>
          <a:r>
            <a:rPr lang="en-US"/>
            <a:t>Generated actionable insights to support public health decision-making. </a:t>
          </a:r>
        </a:p>
      </dgm:t>
    </dgm:pt>
    <dgm:pt modelId="{CC405127-B8EF-48B8-B223-77B0E6180DF3}" type="parTrans" cxnId="{9DAF37E0-7328-45E5-8769-9696CE2456D8}">
      <dgm:prSet/>
      <dgm:spPr/>
      <dgm:t>
        <a:bodyPr/>
        <a:lstStyle/>
        <a:p>
          <a:endParaRPr lang="en-US"/>
        </a:p>
      </dgm:t>
    </dgm:pt>
    <dgm:pt modelId="{C15B05BD-EE51-4FEC-8AB1-3C4DB48ED10F}" type="sibTrans" cxnId="{9DAF37E0-7328-45E5-8769-9696CE2456D8}">
      <dgm:prSet/>
      <dgm:spPr/>
      <dgm:t>
        <a:bodyPr/>
        <a:lstStyle/>
        <a:p>
          <a:endParaRPr lang="en-US"/>
        </a:p>
      </dgm:t>
    </dgm:pt>
    <dgm:pt modelId="{E7EFC371-40E6-4EF0-811C-39DB06045875}">
      <dgm:prSet custT="1"/>
      <dgm:spPr/>
      <dgm:t>
        <a:bodyPr/>
        <a:lstStyle/>
        <a:p>
          <a:r>
            <a:rPr lang="en-US" sz="2400" b="1" dirty="0"/>
            <a:t>Recommendation</a:t>
          </a:r>
          <a:endParaRPr lang="en-US" sz="2400" dirty="0"/>
        </a:p>
      </dgm:t>
    </dgm:pt>
    <dgm:pt modelId="{A3BDCF05-91DE-4047-BBAF-42163DE5A5AB}" type="parTrans" cxnId="{316F3D25-F930-45DC-8EF1-0F0D390AD87B}">
      <dgm:prSet/>
      <dgm:spPr/>
      <dgm:t>
        <a:bodyPr/>
        <a:lstStyle/>
        <a:p>
          <a:endParaRPr lang="en-US"/>
        </a:p>
      </dgm:t>
    </dgm:pt>
    <dgm:pt modelId="{124AFCED-3195-4448-A846-82767BA4B71F}" type="sibTrans" cxnId="{316F3D25-F930-45DC-8EF1-0F0D390AD87B}">
      <dgm:prSet/>
      <dgm:spPr/>
      <dgm:t>
        <a:bodyPr/>
        <a:lstStyle/>
        <a:p>
          <a:endParaRPr lang="en-US"/>
        </a:p>
      </dgm:t>
    </dgm:pt>
    <dgm:pt modelId="{FC5C0D02-BF19-466A-B90C-304D3014C04B}">
      <dgm:prSet/>
      <dgm:spPr/>
      <dgm:t>
        <a:bodyPr/>
        <a:lstStyle/>
        <a:p>
          <a:r>
            <a:rPr lang="en-US"/>
            <a:t>Healthcare organizations should continue using SQL-driven analytics to monitor vaccination trends, identify underserved regions, and improve immunization program planning.</a:t>
          </a:r>
        </a:p>
      </dgm:t>
    </dgm:pt>
    <dgm:pt modelId="{C383E68D-62C2-417C-8C0B-4A09FC3449B3}" type="parTrans" cxnId="{DEB11D0A-AEE3-45C9-B289-870730FFA7A8}">
      <dgm:prSet/>
      <dgm:spPr/>
      <dgm:t>
        <a:bodyPr/>
        <a:lstStyle/>
        <a:p>
          <a:endParaRPr lang="en-US"/>
        </a:p>
      </dgm:t>
    </dgm:pt>
    <dgm:pt modelId="{2F9A03ED-4415-46D2-9461-04C576189AAE}" type="sibTrans" cxnId="{DEB11D0A-AEE3-45C9-B289-870730FFA7A8}">
      <dgm:prSet/>
      <dgm:spPr/>
      <dgm:t>
        <a:bodyPr/>
        <a:lstStyle/>
        <a:p>
          <a:endParaRPr lang="en-US"/>
        </a:p>
      </dgm:t>
    </dgm:pt>
    <dgm:pt modelId="{1B8575D3-ED31-404F-96D1-EDE1DC0A044F}" type="pres">
      <dgm:prSet presAssocID="{F100ACA0-0233-40AD-9895-D35E250287EB}" presName="vert0" presStyleCnt="0">
        <dgm:presLayoutVars>
          <dgm:dir/>
          <dgm:animOne val="branch"/>
          <dgm:animLvl val="lvl"/>
        </dgm:presLayoutVars>
      </dgm:prSet>
      <dgm:spPr/>
    </dgm:pt>
    <dgm:pt modelId="{582663D4-2C4D-411B-8948-DDD70EC02B26}" type="pres">
      <dgm:prSet presAssocID="{7743EB94-DCCB-4331-ACA5-788BF0825DA4}" presName="thickLine" presStyleLbl="alignNode1" presStyleIdx="0" presStyleCnt="6"/>
      <dgm:spPr/>
    </dgm:pt>
    <dgm:pt modelId="{745B39A7-6022-4B16-A500-637DFE46F9C2}" type="pres">
      <dgm:prSet presAssocID="{7743EB94-DCCB-4331-ACA5-788BF0825DA4}" presName="horz1" presStyleCnt="0"/>
      <dgm:spPr/>
    </dgm:pt>
    <dgm:pt modelId="{3DAB6C10-992C-4A68-B84C-0DC9EE46B590}" type="pres">
      <dgm:prSet presAssocID="{7743EB94-DCCB-4331-ACA5-788BF0825DA4}" presName="tx1" presStyleLbl="revTx" presStyleIdx="0" presStyleCnt="6"/>
      <dgm:spPr/>
    </dgm:pt>
    <dgm:pt modelId="{A543D0E0-B980-4CE4-B60D-BC268AD5984D}" type="pres">
      <dgm:prSet presAssocID="{7743EB94-DCCB-4331-ACA5-788BF0825DA4}" presName="vert1" presStyleCnt="0"/>
      <dgm:spPr/>
    </dgm:pt>
    <dgm:pt modelId="{0B212A35-54A6-413B-9DDF-BBC1FE36068B}" type="pres">
      <dgm:prSet presAssocID="{F0906380-34F1-4FF0-A7D0-1B5E3958A1CC}" presName="thickLine" presStyleLbl="alignNode1" presStyleIdx="1" presStyleCnt="6"/>
      <dgm:spPr/>
    </dgm:pt>
    <dgm:pt modelId="{A87456B5-08DB-4E6A-8825-C53D40F416D6}" type="pres">
      <dgm:prSet presAssocID="{F0906380-34F1-4FF0-A7D0-1B5E3958A1CC}" presName="horz1" presStyleCnt="0"/>
      <dgm:spPr/>
    </dgm:pt>
    <dgm:pt modelId="{9F4681B5-CD97-435B-8D0A-EB9FE65E03C5}" type="pres">
      <dgm:prSet presAssocID="{F0906380-34F1-4FF0-A7D0-1B5E3958A1CC}" presName="tx1" presStyleLbl="revTx" presStyleIdx="1" presStyleCnt="6"/>
      <dgm:spPr/>
    </dgm:pt>
    <dgm:pt modelId="{577AAE58-FF68-4799-9A94-D9E2C7340BAD}" type="pres">
      <dgm:prSet presAssocID="{F0906380-34F1-4FF0-A7D0-1B5E3958A1CC}" presName="vert1" presStyleCnt="0"/>
      <dgm:spPr/>
    </dgm:pt>
    <dgm:pt modelId="{D0D268ED-52E3-4752-82F4-FDF544B59740}" type="pres">
      <dgm:prSet presAssocID="{258F257F-D096-49AB-9B63-6CFB51594B64}" presName="thickLine" presStyleLbl="alignNode1" presStyleIdx="2" presStyleCnt="6"/>
      <dgm:spPr/>
    </dgm:pt>
    <dgm:pt modelId="{9BA53E9C-5022-49EA-803F-B070490D035B}" type="pres">
      <dgm:prSet presAssocID="{258F257F-D096-49AB-9B63-6CFB51594B64}" presName="horz1" presStyleCnt="0"/>
      <dgm:spPr/>
    </dgm:pt>
    <dgm:pt modelId="{2FBF1BD4-CCB7-4621-AE38-E16F7D6D506A}" type="pres">
      <dgm:prSet presAssocID="{258F257F-D096-49AB-9B63-6CFB51594B64}" presName="tx1" presStyleLbl="revTx" presStyleIdx="2" presStyleCnt="6"/>
      <dgm:spPr/>
    </dgm:pt>
    <dgm:pt modelId="{D498EA37-F12F-4897-B66B-EBE08B03E306}" type="pres">
      <dgm:prSet presAssocID="{258F257F-D096-49AB-9B63-6CFB51594B64}" presName="vert1" presStyleCnt="0"/>
      <dgm:spPr/>
    </dgm:pt>
    <dgm:pt modelId="{D9800472-245B-48B2-ABB3-44D47A05872B}" type="pres">
      <dgm:prSet presAssocID="{87B6B125-11A6-4FE0-A565-53BA67E0FEE0}" presName="thickLine" presStyleLbl="alignNode1" presStyleIdx="3" presStyleCnt="6"/>
      <dgm:spPr/>
    </dgm:pt>
    <dgm:pt modelId="{424DAAA9-73D9-4E17-96ED-A9E99824A596}" type="pres">
      <dgm:prSet presAssocID="{87B6B125-11A6-4FE0-A565-53BA67E0FEE0}" presName="horz1" presStyleCnt="0"/>
      <dgm:spPr/>
    </dgm:pt>
    <dgm:pt modelId="{12388176-E9A7-4060-AE5D-54F64949D7D0}" type="pres">
      <dgm:prSet presAssocID="{87B6B125-11A6-4FE0-A565-53BA67E0FEE0}" presName="tx1" presStyleLbl="revTx" presStyleIdx="3" presStyleCnt="6"/>
      <dgm:spPr/>
    </dgm:pt>
    <dgm:pt modelId="{9C7895E1-1A77-44E9-96A8-D60D2F7406AC}" type="pres">
      <dgm:prSet presAssocID="{87B6B125-11A6-4FE0-A565-53BA67E0FEE0}" presName="vert1" presStyleCnt="0"/>
      <dgm:spPr/>
    </dgm:pt>
    <dgm:pt modelId="{A316B475-2281-46F5-804A-A85E2EA628AB}" type="pres">
      <dgm:prSet presAssocID="{E7EFC371-40E6-4EF0-811C-39DB06045875}" presName="thickLine" presStyleLbl="alignNode1" presStyleIdx="4" presStyleCnt="6"/>
      <dgm:spPr/>
    </dgm:pt>
    <dgm:pt modelId="{8C2E76D9-F2CA-4CB9-BE9B-B803B47B44ED}" type="pres">
      <dgm:prSet presAssocID="{E7EFC371-40E6-4EF0-811C-39DB06045875}" presName="horz1" presStyleCnt="0"/>
      <dgm:spPr/>
    </dgm:pt>
    <dgm:pt modelId="{0252C09D-F5FA-499B-9D45-DF84646A39E2}" type="pres">
      <dgm:prSet presAssocID="{E7EFC371-40E6-4EF0-811C-39DB06045875}" presName="tx1" presStyleLbl="revTx" presStyleIdx="4" presStyleCnt="6"/>
      <dgm:spPr/>
    </dgm:pt>
    <dgm:pt modelId="{86D9259F-5B5F-4DA5-9AB0-8CF1DA7B2F2D}" type="pres">
      <dgm:prSet presAssocID="{E7EFC371-40E6-4EF0-811C-39DB06045875}" presName="vert1" presStyleCnt="0"/>
      <dgm:spPr/>
    </dgm:pt>
    <dgm:pt modelId="{97DF0DDB-EBA7-4681-AD7D-61688CE9F292}" type="pres">
      <dgm:prSet presAssocID="{FC5C0D02-BF19-466A-B90C-304D3014C04B}" presName="thickLine" presStyleLbl="alignNode1" presStyleIdx="5" presStyleCnt="6"/>
      <dgm:spPr/>
    </dgm:pt>
    <dgm:pt modelId="{BF86D81B-496E-4503-81C2-C75FA2060998}" type="pres">
      <dgm:prSet presAssocID="{FC5C0D02-BF19-466A-B90C-304D3014C04B}" presName="horz1" presStyleCnt="0"/>
      <dgm:spPr/>
    </dgm:pt>
    <dgm:pt modelId="{567F3617-2A35-4104-AD76-2B4E09B2816F}" type="pres">
      <dgm:prSet presAssocID="{FC5C0D02-BF19-466A-B90C-304D3014C04B}" presName="tx1" presStyleLbl="revTx" presStyleIdx="5" presStyleCnt="6"/>
      <dgm:spPr/>
    </dgm:pt>
    <dgm:pt modelId="{6964AF71-A72F-4DF3-B5D5-AD02951CF0DD}" type="pres">
      <dgm:prSet presAssocID="{FC5C0D02-BF19-466A-B90C-304D3014C04B}" presName="vert1" presStyleCnt="0"/>
      <dgm:spPr/>
    </dgm:pt>
  </dgm:ptLst>
  <dgm:cxnLst>
    <dgm:cxn modelId="{43FBF805-A7B5-438A-AE0B-46086D5858AF}" type="presOf" srcId="{258F257F-D096-49AB-9B63-6CFB51594B64}" destId="{2FBF1BD4-CCB7-4621-AE38-E16F7D6D506A}" srcOrd="0" destOrd="0" presId="urn:microsoft.com/office/officeart/2008/layout/LinedList"/>
    <dgm:cxn modelId="{DEB11D0A-AEE3-45C9-B289-870730FFA7A8}" srcId="{F100ACA0-0233-40AD-9895-D35E250287EB}" destId="{FC5C0D02-BF19-466A-B90C-304D3014C04B}" srcOrd="5" destOrd="0" parTransId="{C383E68D-62C2-417C-8C0B-4A09FC3449B3}" sibTransId="{2F9A03ED-4415-46D2-9461-04C576189AAE}"/>
    <dgm:cxn modelId="{316F3D25-F930-45DC-8EF1-0F0D390AD87B}" srcId="{F100ACA0-0233-40AD-9895-D35E250287EB}" destId="{E7EFC371-40E6-4EF0-811C-39DB06045875}" srcOrd="4" destOrd="0" parTransId="{A3BDCF05-91DE-4047-BBAF-42163DE5A5AB}" sibTransId="{124AFCED-3195-4448-A846-82767BA4B71F}"/>
    <dgm:cxn modelId="{C5129067-177F-4C0B-A198-082A4BB6C736}" srcId="{F100ACA0-0233-40AD-9895-D35E250287EB}" destId="{258F257F-D096-49AB-9B63-6CFB51594B64}" srcOrd="2" destOrd="0" parTransId="{8386510C-7A0B-4CE4-A211-B40AEB7E9B4A}" sibTransId="{59BB12A2-DB87-458D-BF46-3BAE839A372E}"/>
    <dgm:cxn modelId="{5B803B4A-7656-4C15-B3E1-FE472B23CFFE}" type="presOf" srcId="{F0906380-34F1-4FF0-A7D0-1B5E3958A1CC}" destId="{9F4681B5-CD97-435B-8D0A-EB9FE65E03C5}" srcOrd="0" destOrd="0" presId="urn:microsoft.com/office/officeart/2008/layout/LinedList"/>
    <dgm:cxn modelId="{C420E793-F492-4F07-B328-DE09F49EEB5E}" type="presOf" srcId="{87B6B125-11A6-4FE0-A565-53BA67E0FEE0}" destId="{12388176-E9A7-4060-AE5D-54F64949D7D0}" srcOrd="0" destOrd="0" presId="urn:microsoft.com/office/officeart/2008/layout/LinedList"/>
    <dgm:cxn modelId="{F8670AA3-AB97-4AEC-9BAB-C8DBBE141546}" srcId="{F100ACA0-0233-40AD-9895-D35E250287EB}" destId="{7743EB94-DCCB-4331-ACA5-788BF0825DA4}" srcOrd="0" destOrd="0" parTransId="{326494F4-59AE-448F-BB1C-B7B07FC50E7A}" sibTransId="{4B7F2A3F-04C1-440C-9ADA-ECBA1F21787B}"/>
    <dgm:cxn modelId="{B67EDFA8-E6CC-4826-A793-B2B77E1E3136}" srcId="{F100ACA0-0233-40AD-9895-D35E250287EB}" destId="{F0906380-34F1-4FF0-A7D0-1B5E3958A1CC}" srcOrd="1" destOrd="0" parTransId="{A8EE3B9F-E7B6-4B8C-8DFA-FFC2698B4F0A}" sibTransId="{49361159-D5B8-4E29-9F53-7C828C375203}"/>
    <dgm:cxn modelId="{3FE110AD-4D8E-4D65-B3B0-B4E15D13918E}" type="presOf" srcId="{FC5C0D02-BF19-466A-B90C-304D3014C04B}" destId="{567F3617-2A35-4104-AD76-2B4E09B2816F}" srcOrd="0" destOrd="0" presId="urn:microsoft.com/office/officeart/2008/layout/LinedList"/>
    <dgm:cxn modelId="{F28158BE-D23E-4D58-AAE5-DF6BB0DF18D2}" type="presOf" srcId="{E7EFC371-40E6-4EF0-811C-39DB06045875}" destId="{0252C09D-F5FA-499B-9D45-DF84646A39E2}" srcOrd="0" destOrd="0" presId="urn:microsoft.com/office/officeart/2008/layout/LinedList"/>
    <dgm:cxn modelId="{9DAF37E0-7328-45E5-8769-9696CE2456D8}" srcId="{F100ACA0-0233-40AD-9895-D35E250287EB}" destId="{87B6B125-11A6-4FE0-A565-53BA67E0FEE0}" srcOrd="3" destOrd="0" parTransId="{CC405127-B8EF-48B8-B223-77B0E6180DF3}" sibTransId="{C15B05BD-EE51-4FEC-8AB1-3C4DB48ED10F}"/>
    <dgm:cxn modelId="{CA024BE2-447A-49FF-9308-69DCF0475551}" type="presOf" srcId="{F100ACA0-0233-40AD-9895-D35E250287EB}" destId="{1B8575D3-ED31-404F-96D1-EDE1DC0A044F}" srcOrd="0" destOrd="0" presId="urn:microsoft.com/office/officeart/2008/layout/LinedList"/>
    <dgm:cxn modelId="{DC1EECFD-E6E6-4806-B196-3465F77F3D02}" type="presOf" srcId="{7743EB94-DCCB-4331-ACA5-788BF0825DA4}" destId="{3DAB6C10-992C-4A68-B84C-0DC9EE46B590}" srcOrd="0" destOrd="0" presId="urn:microsoft.com/office/officeart/2008/layout/LinedList"/>
    <dgm:cxn modelId="{403AE70D-F516-4D22-B6C7-8AC842969794}" type="presParOf" srcId="{1B8575D3-ED31-404F-96D1-EDE1DC0A044F}" destId="{582663D4-2C4D-411B-8948-DDD70EC02B26}" srcOrd="0" destOrd="0" presId="urn:microsoft.com/office/officeart/2008/layout/LinedList"/>
    <dgm:cxn modelId="{24034B93-DE19-4ED4-948D-0DE7F8191093}" type="presParOf" srcId="{1B8575D3-ED31-404F-96D1-EDE1DC0A044F}" destId="{745B39A7-6022-4B16-A500-637DFE46F9C2}" srcOrd="1" destOrd="0" presId="urn:microsoft.com/office/officeart/2008/layout/LinedList"/>
    <dgm:cxn modelId="{DE2FA63A-5191-4CEE-8DD8-C68946AAEFE0}" type="presParOf" srcId="{745B39A7-6022-4B16-A500-637DFE46F9C2}" destId="{3DAB6C10-992C-4A68-B84C-0DC9EE46B590}" srcOrd="0" destOrd="0" presId="urn:microsoft.com/office/officeart/2008/layout/LinedList"/>
    <dgm:cxn modelId="{2C68FCF2-199D-4500-86C6-40DACD4755EF}" type="presParOf" srcId="{745B39A7-6022-4B16-A500-637DFE46F9C2}" destId="{A543D0E0-B980-4CE4-B60D-BC268AD5984D}" srcOrd="1" destOrd="0" presId="urn:microsoft.com/office/officeart/2008/layout/LinedList"/>
    <dgm:cxn modelId="{5FA9A3CA-D7B0-401A-932A-0805500A4EC3}" type="presParOf" srcId="{1B8575D3-ED31-404F-96D1-EDE1DC0A044F}" destId="{0B212A35-54A6-413B-9DDF-BBC1FE36068B}" srcOrd="2" destOrd="0" presId="urn:microsoft.com/office/officeart/2008/layout/LinedList"/>
    <dgm:cxn modelId="{8C11C8E0-7961-4940-8A12-ADE0E48BE4DC}" type="presParOf" srcId="{1B8575D3-ED31-404F-96D1-EDE1DC0A044F}" destId="{A87456B5-08DB-4E6A-8825-C53D40F416D6}" srcOrd="3" destOrd="0" presId="urn:microsoft.com/office/officeart/2008/layout/LinedList"/>
    <dgm:cxn modelId="{B34DF20F-66AE-4303-982A-33E26FEF34C9}" type="presParOf" srcId="{A87456B5-08DB-4E6A-8825-C53D40F416D6}" destId="{9F4681B5-CD97-435B-8D0A-EB9FE65E03C5}" srcOrd="0" destOrd="0" presId="urn:microsoft.com/office/officeart/2008/layout/LinedList"/>
    <dgm:cxn modelId="{AB618C7B-5574-40DB-BDE9-97179C758E1D}" type="presParOf" srcId="{A87456B5-08DB-4E6A-8825-C53D40F416D6}" destId="{577AAE58-FF68-4799-9A94-D9E2C7340BAD}" srcOrd="1" destOrd="0" presId="urn:microsoft.com/office/officeart/2008/layout/LinedList"/>
    <dgm:cxn modelId="{58AD50B1-5C7B-4A61-A9DA-E46EA1E0EF8B}" type="presParOf" srcId="{1B8575D3-ED31-404F-96D1-EDE1DC0A044F}" destId="{D0D268ED-52E3-4752-82F4-FDF544B59740}" srcOrd="4" destOrd="0" presId="urn:microsoft.com/office/officeart/2008/layout/LinedList"/>
    <dgm:cxn modelId="{0792D233-AA34-4250-9E31-748E048469B2}" type="presParOf" srcId="{1B8575D3-ED31-404F-96D1-EDE1DC0A044F}" destId="{9BA53E9C-5022-49EA-803F-B070490D035B}" srcOrd="5" destOrd="0" presId="urn:microsoft.com/office/officeart/2008/layout/LinedList"/>
    <dgm:cxn modelId="{C8453A25-140B-4223-BA96-31309826F289}" type="presParOf" srcId="{9BA53E9C-5022-49EA-803F-B070490D035B}" destId="{2FBF1BD4-CCB7-4621-AE38-E16F7D6D506A}" srcOrd="0" destOrd="0" presId="urn:microsoft.com/office/officeart/2008/layout/LinedList"/>
    <dgm:cxn modelId="{DE876EDD-2223-4F56-9CEF-751ABD14A924}" type="presParOf" srcId="{9BA53E9C-5022-49EA-803F-B070490D035B}" destId="{D498EA37-F12F-4897-B66B-EBE08B03E306}" srcOrd="1" destOrd="0" presId="urn:microsoft.com/office/officeart/2008/layout/LinedList"/>
    <dgm:cxn modelId="{831BA1F0-B398-47F3-8836-E9C317D78FB2}" type="presParOf" srcId="{1B8575D3-ED31-404F-96D1-EDE1DC0A044F}" destId="{D9800472-245B-48B2-ABB3-44D47A05872B}" srcOrd="6" destOrd="0" presId="urn:microsoft.com/office/officeart/2008/layout/LinedList"/>
    <dgm:cxn modelId="{674A0CAC-846A-47A4-B2E9-8FD8EF309F34}" type="presParOf" srcId="{1B8575D3-ED31-404F-96D1-EDE1DC0A044F}" destId="{424DAAA9-73D9-4E17-96ED-A9E99824A596}" srcOrd="7" destOrd="0" presId="urn:microsoft.com/office/officeart/2008/layout/LinedList"/>
    <dgm:cxn modelId="{FADD0691-7C33-4FF3-A03E-03A0B40B5393}" type="presParOf" srcId="{424DAAA9-73D9-4E17-96ED-A9E99824A596}" destId="{12388176-E9A7-4060-AE5D-54F64949D7D0}" srcOrd="0" destOrd="0" presId="urn:microsoft.com/office/officeart/2008/layout/LinedList"/>
    <dgm:cxn modelId="{D9E18F87-947C-4FD4-90BC-9DAB68736946}" type="presParOf" srcId="{424DAAA9-73D9-4E17-96ED-A9E99824A596}" destId="{9C7895E1-1A77-44E9-96A8-D60D2F7406AC}" srcOrd="1" destOrd="0" presId="urn:microsoft.com/office/officeart/2008/layout/LinedList"/>
    <dgm:cxn modelId="{DC41656B-0030-44A5-BA04-ADABC3620363}" type="presParOf" srcId="{1B8575D3-ED31-404F-96D1-EDE1DC0A044F}" destId="{A316B475-2281-46F5-804A-A85E2EA628AB}" srcOrd="8" destOrd="0" presId="urn:microsoft.com/office/officeart/2008/layout/LinedList"/>
    <dgm:cxn modelId="{F2073E2F-659D-4A05-AB7F-578C3BABFA5F}" type="presParOf" srcId="{1B8575D3-ED31-404F-96D1-EDE1DC0A044F}" destId="{8C2E76D9-F2CA-4CB9-BE9B-B803B47B44ED}" srcOrd="9" destOrd="0" presId="urn:microsoft.com/office/officeart/2008/layout/LinedList"/>
    <dgm:cxn modelId="{6EE04145-A91E-435E-A8DB-49F8CFCF6DE9}" type="presParOf" srcId="{8C2E76D9-F2CA-4CB9-BE9B-B803B47B44ED}" destId="{0252C09D-F5FA-499B-9D45-DF84646A39E2}" srcOrd="0" destOrd="0" presId="urn:microsoft.com/office/officeart/2008/layout/LinedList"/>
    <dgm:cxn modelId="{ED52A191-20E9-49D6-9558-B191844B379F}" type="presParOf" srcId="{8C2E76D9-F2CA-4CB9-BE9B-B803B47B44ED}" destId="{86D9259F-5B5F-4DA5-9AB0-8CF1DA7B2F2D}" srcOrd="1" destOrd="0" presId="urn:microsoft.com/office/officeart/2008/layout/LinedList"/>
    <dgm:cxn modelId="{9B02B865-F41F-4245-8A75-5678C21E99E8}" type="presParOf" srcId="{1B8575D3-ED31-404F-96D1-EDE1DC0A044F}" destId="{97DF0DDB-EBA7-4681-AD7D-61688CE9F292}" srcOrd="10" destOrd="0" presId="urn:microsoft.com/office/officeart/2008/layout/LinedList"/>
    <dgm:cxn modelId="{6305D19B-D03B-4ED5-8DA5-3D1F2274AE8A}" type="presParOf" srcId="{1B8575D3-ED31-404F-96D1-EDE1DC0A044F}" destId="{BF86D81B-496E-4503-81C2-C75FA2060998}" srcOrd="11" destOrd="0" presId="urn:microsoft.com/office/officeart/2008/layout/LinedList"/>
    <dgm:cxn modelId="{5C727D07-A1C1-4CEE-9AFD-DD44D0CD6EBF}" type="presParOf" srcId="{BF86D81B-496E-4503-81C2-C75FA2060998}" destId="{567F3617-2A35-4104-AD76-2B4E09B2816F}" srcOrd="0" destOrd="0" presId="urn:microsoft.com/office/officeart/2008/layout/LinedList"/>
    <dgm:cxn modelId="{51DE9EA1-41D1-4D22-A217-6196B66B189B}" type="presParOf" srcId="{BF86D81B-496E-4503-81C2-C75FA2060998}" destId="{6964AF71-A72F-4DF3-B5D5-AD02951CF0DD}"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CFC-5D7B-43DE-9E59-96C5844578E0}">
      <dsp:nvSpPr>
        <dsp:cNvPr id="0" name=""/>
        <dsp:cNvSpPr/>
      </dsp:nvSpPr>
      <dsp:spPr>
        <a:xfrm>
          <a:off x="759153" y="958"/>
          <a:ext cx="1779054" cy="1067432"/>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The project uses two related tables.</a:t>
          </a:r>
        </a:p>
      </dsp:txBody>
      <dsp:txXfrm>
        <a:off x="759153" y="958"/>
        <a:ext cx="1779054" cy="1067432"/>
      </dsp:txXfrm>
    </dsp:sp>
    <dsp:sp modelId="{A676EDDA-907E-4E41-836E-9E9B9C25ECCB}">
      <dsp:nvSpPr>
        <dsp:cNvPr id="0" name=""/>
        <dsp:cNvSpPr/>
      </dsp:nvSpPr>
      <dsp:spPr>
        <a:xfrm>
          <a:off x="2716113" y="958"/>
          <a:ext cx="1779054" cy="1067432"/>
        </a:xfrm>
        <a:prstGeom prst="rect">
          <a:avLst/>
        </a:prstGeom>
        <a:gradFill rotWithShape="0">
          <a:gsLst>
            <a:gs pos="0">
              <a:schemeClr val="accent5">
                <a:hueOff val="-810143"/>
                <a:satOff val="-55"/>
                <a:lumOff val="131"/>
                <a:alphaOff val="0"/>
                <a:satMod val="103000"/>
                <a:lumMod val="102000"/>
                <a:tint val="94000"/>
              </a:schemeClr>
            </a:gs>
            <a:gs pos="50000">
              <a:schemeClr val="accent5">
                <a:hueOff val="-810143"/>
                <a:satOff val="-55"/>
                <a:lumOff val="131"/>
                <a:alphaOff val="0"/>
                <a:satMod val="110000"/>
                <a:lumMod val="100000"/>
                <a:shade val="100000"/>
              </a:schemeClr>
            </a:gs>
            <a:gs pos="100000">
              <a:schemeClr val="accent5">
                <a:hueOff val="-810143"/>
                <a:satOff val="-55"/>
                <a:lumOff val="131"/>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b="1" kern="1200"/>
            <a:t>Table 1 – Countries</a:t>
          </a:r>
          <a:endParaRPr lang="en-US" sz="1200" kern="1200"/>
        </a:p>
      </dsp:txBody>
      <dsp:txXfrm>
        <a:off x="2716113" y="958"/>
        <a:ext cx="1779054" cy="1067432"/>
      </dsp:txXfrm>
    </dsp:sp>
    <dsp:sp modelId="{89B322C8-FFFF-4278-BBAF-B1092A5E29BD}">
      <dsp:nvSpPr>
        <dsp:cNvPr id="0" name=""/>
        <dsp:cNvSpPr/>
      </dsp:nvSpPr>
      <dsp:spPr>
        <a:xfrm>
          <a:off x="4673072" y="958"/>
          <a:ext cx="1779054" cy="1067432"/>
        </a:xfrm>
        <a:prstGeom prst="rect">
          <a:avLst/>
        </a:prstGeom>
        <a:gradFill rotWithShape="0">
          <a:gsLst>
            <a:gs pos="0">
              <a:schemeClr val="accent5">
                <a:hueOff val="-1620287"/>
                <a:satOff val="-110"/>
                <a:lumOff val="261"/>
                <a:alphaOff val="0"/>
                <a:satMod val="103000"/>
                <a:lumMod val="102000"/>
                <a:tint val="94000"/>
              </a:schemeClr>
            </a:gs>
            <a:gs pos="50000">
              <a:schemeClr val="accent5">
                <a:hueOff val="-1620287"/>
                <a:satOff val="-110"/>
                <a:lumOff val="261"/>
                <a:alphaOff val="0"/>
                <a:satMod val="110000"/>
                <a:lumMod val="100000"/>
                <a:shade val="100000"/>
              </a:schemeClr>
            </a:gs>
            <a:gs pos="100000">
              <a:schemeClr val="accent5">
                <a:hueOff val="-1620287"/>
                <a:satOff val="-110"/>
                <a:lumOff val="261"/>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Contains:</a:t>
          </a:r>
        </a:p>
      </dsp:txBody>
      <dsp:txXfrm>
        <a:off x="4673072" y="958"/>
        <a:ext cx="1779054" cy="1067432"/>
      </dsp:txXfrm>
    </dsp:sp>
    <dsp:sp modelId="{CB033622-8E8D-4303-8244-48175FFCAF4F}">
      <dsp:nvSpPr>
        <dsp:cNvPr id="0" name=""/>
        <dsp:cNvSpPr/>
      </dsp:nvSpPr>
      <dsp:spPr>
        <a:xfrm>
          <a:off x="6630032" y="958"/>
          <a:ext cx="1779054" cy="1067432"/>
        </a:xfrm>
        <a:prstGeom prst="rect">
          <a:avLst/>
        </a:prstGeom>
        <a:gradFill rotWithShape="0">
          <a:gsLst>
            <a:gs pos="0">
              <a:schemeClr val="accent5">
                <a:hueOff val="-2430430"/>
                <a:satOff val="-165"/>
                <a:lumOff val="392"/>
                <a:alphaOff val="0"/>
                <a:satMod val="103000"/>
                <a:lumMod val="102000"/>
                <a:tint val="94000"/>
              </a:schemeClr>
            </a:gs>
            <a:gs pos="50000">
              <a:schemeClr val="accent5">
                <a:hueOff val="-2430430"/>
                <a:satOff val="-165"/>
                <a:lumOff val="392"/>
                <a:alphaOff val="0"/>
                <a:satMod val="110000"/>
                <a:lumMod val="100000"/>
                <a:shade val="100000"/>
              </a:schemeClr>
            </a:gs>
            <a:gs pos="100000">
              <a:schemeClr val="accent5">
                <a:hueOff val="-2430430"/>
                <a:satOff val="-165"/>
                <a:lumOff val="392"/>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Country ID </a:t>
          </a:r>
        </a:p>
      </dsp:txBody>
      <dsp:txXfrm>
        <a:off x="6630032" y="958"/>
        <a:ext cx="1779054" cy="1067432"/>
      </dsp:txXfrm>
    </dsp:sp>
    <dsp:sp modelId="{65ED88CF-9902-4149-B784-5C724EB5F838}">
      <dsp:nvSpPr>
        <dsp:cNvPr id="0" name=""/>
        <dsp:cNvSpPr/>
      </dsp:nvSpPr>
      <dsp:spPr>
        <a:xfrm>
          <a:off x="8586992" y="958"/>
          <a:ext cx="1779054" cy="1067432"/>
        </a:xfrm>
        <a:prstGeom prst="rect">
          <a:avLst/>
        </a:prstGeom>
        <a:gradFill rotWithShape="0">
          <a:gsLst>
            <a:gs pos="0">
              <a:schemeClr val="accent5">
                <a:hueOff val="-3240573"/>
                <a:satOff val="-220"/>
                <a:lumOff val="523"/>
                <a:alphaOff val="0"/>
                <a:satMod val="103000"/>
                <a:lumMod val="102000"/>
                <a:tint val="94000"/>
              </a:schemeClr>
            </a:gs>
            <a:gs pos="50000">
              <a:schemeClr val="accent5">
                <a:hueOff val="-3240573"/>
                <a:satOff val="-220"/>
                <a:lumOff val="523"/>
                <a:alphaOff val="0"/>
                <a:satMod val="110000"/>
                <a:lumMod val="100000"/>
                <a:shade val="100000"/>
              </a:schemeClr>
            </a:gs>
            <a:gs pos="100000">
              <a:schemeClr val="accent5">
                <a:hueOff val="-3240573"/>
                <a:satOff val="-220"/>
                <a:lumOff val="52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Country Name </a:t>
          </a:r>
        </a:p>
      </dsp:txBody>
      <dsp:txXfrm>
        <a:off x="8586992" y="958"/>
        <a:ext cx="1779054" cy="1067432"/>
      </dsp:txXfrm>
    </dsp:sp>
    <dsp:sp modelId="{CC740F83-6235-4AD2-8CD5-BE932865F605}">
      <dsp:nvSpPr>
        <dsp:cNvPr id="0" name=""/>
        <dsp:cNvSpPr/>
      </dsp:nvSpPr>
      <dsp:spPr>
        <a:xfrm>
          <a:off x="759153" y="1246296"/>
          <a:ext cx="1779054" cy="1067432"/>
        </a:xfrm>
        <a:prstGeom prst="rect">
          <a:avLst/>
        </a:prstGeom>
        <a:gradFill rotWithShape="0">
          <a:gsLst>
            <a:gs pos="0">
              <a:schemeClr val="accent5">
                <a:hueOff val="-4050717"/>
                <a:satOff val="-275"/>
                <a:lumOff val="654"/>
                <a:alphaOff val="0"/>
                <a:satMod val="103000"/>
                <a:lumMod val="102000"/>
                <a:tint val="94000"/>
              </a:schemeClr>
            </a:gs>
            <a:gs pos="50000">
              <a:schemeClr val="accent5">
                <a:hueOff val="-4050717"/>
                <a:satOff val="-275"/>
                <a:lumOff val="654"/>
                <a:alphaOff val="0"/>
                <a:satMod val="110000"/>
                <a:lumMod val="100000"/>
                <a:shade val="100000"/>
              </a:schemeClr>
            </a:gs>
            <a:gs pos="100000">
              <a:schemeClr val="accent5">
                <a:hueOff val="-4050717"/>
                <a:satOff val="-275"/>
                <a:lumOff val="65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Region </a:t>
          </a:r>
        </a:p>
      </dsp:txBody>
      <dsp:txXfrm>
        <a:off x="759153" y="1246296"/>
        <a:ext cx="1779054" cy="1067432"/>
      </dsp:txXfrm>
    </dsp:sp>
    <dsp:sp modelId="{77D0336A-8C98-4A14-B98D-12A010B3D85A}">
      <dsp:nvSpPr>
        <dsp:cNvPr id="0" name=""/>
        <dsp:cNvSpPr/>
      </dsp:nvSpPr>
      <dsp:spPr>
        <a:xfrm>
          <a:off x="2716113" y="1246296"/>
          <a:ext cx="1779054" cy="1067432"/>
        </a:xfrm>
        <a:prstGeom prst="rect">
          <a:avLst/>
        </a:prstGeom>
        <a:gradFill rotWithShape="0">
          <a:gsLst>
            <a:gs pos="0">
              <a:schemeClr val="accent5">
                <a:hueOff val="-4860860"/>
                <a:satOff val="-330"/>
                <a:lumOff val="784"/>
                <a:alphaOff val="0"/>
                <a:satMod val="103000"/>
                <a:lumMod val="102000"/>
                <a:tint val="94000"/>
              </a:schemeClr>
            </a:gs>
            <a:gs pos="50000">
              <a:schemeClr val="accent5">
                <a:hueOff val="-4860860"/>
                <a:satOff val="-330"/>
                <a:lumOff val="784"/>
                <a:alphaOff val="0"/>
                <a:satMod val="110000"/>
                <a:lumMod val="100000"/>
                <a:shade val="100000"/>
              </a:schemeClr>
            </a:gs>
            <a:gs pos="100000">
              <a:schemeClr val="accent5">
                <a:hueOff val="-4860860"/>
                <a:satOff val="-330"/>
                <a:lumOff val="78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Population (Millions) </a:t>
          </a:r>
        </a:p>
      </dsp:txBody>
      <dsp:txXfrm>
        <a:off x="2716113" y="1246296"/>
        <a:ext cx="1779054" cy="1067432"/>
      </dsp:txXfrm>
    </dsp:sp>
    <dsp:sp modelId="{8509A54A-67DB-4F83-8609-42C61C4ADC29}">
      <dsp:nvSpPr>
        <dsp:cNvPr id="0" name=""/>
        <dsp:cNvSpPr/>
      </dsp:nvSpPr>
      <dsp:spPr>
        <a:xfrm>
          <a:off x="4673072" y="1246296"/>
          <a:ext cx="1779054" cy="1067432"/>
        </a:xfrm>
        <a:prstGeom prst="rect">
          <a:avLst/>
        </a:prstGeom>
        <a:gradFill rotWithShape="0">
          <a:gsLst>
            <a:gs pos="0">
              <a:schemeClr val="accent5">
                <a:hueOff val="-5671003"/>
                <a:satOff val="-385"/>
                <a:lumOff val="915"/>
                <a:alphaOff val="0"/>
                <a:satMod val="103000"/>
                <a:lumMod val="102000"/>
                <a:tint val="94000"/>
              </a:schemeClr>
            </a:gs>
            <a:gs pos="50000">
              <a:schemeClr val="accent5">
                <a:hueOff val="-5671003"/>
                <a:satOff val="-385"/>
                <a:lumOff val="915"/>
                <a:alphaOff val="0"/>
                <a:satMod val="110000"/>
                <a:lumMod val="100000"/>
                <a:shade val="100000"/>
              </a:schemeClr>
            </a:gs>
            <a:gs pos="100000">
              <a:schemeClr val="accent5">
                <a:hueOff val="-5671003"/>
                <a:satOff val="-385"/>
                <a:lumOff val="91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b="1" kern="1200"/>
            <a:t>Table 2 – Immunization Records</a:t>
          </a:r>
          <a:endParaRPr lang="en-US" sz="1200" kern="1200"/>
        </a:p>
      </dsp:txBody>
      <dsp:txXfrm>
        <a:off x="4673072" y="1246296"/>
        <a:ext cx="1779054" cy="1067432"/>
      </dsp:txXfrm>
    </dsp:sp>
    <dsp:sp modelId="{3BE13D26-C8A7-468C-BE44-275BE8B6AC0A}">
      <dsp:nvSpPr>
        <dsp:cNvPr id="0" name=""/>
        <dsp:cNvSpPr/>
      </dsp:nvSpPr>
      <dsp:spPr>
        <a:xfrm>
          <a:off x="6630032" y="1246296"/>
          <a:ext cx="1779054" cy="1067432"/>
        </a:xfrm>
        <a:prstGeom prst="rect">
          <a:avLst/>
        </a:prstGeom>
        <a:gradFill rotWithShape="0">
          <a:gsLst>
            <a:gs pos="0">
              <a:schemeClr val="accent5">
                <a:hueOff val="-6481147"/>
                <a:satOff val="-441"/>
                <a:lumOff val="1046"/>
                <a:alphaOff val="0"/>
                <a:satMod val="103000"/>
                <a:lumMod val="102000"/>
                <a:tint val="94000"/>
              </a:schemeClr>
            </a:gs>
            <a:gs pos="50000">
              <a:schemeClr val="accent5">
                <a:hueOff val="-6481147"/>
                <a:satOff val="-441"/>
                <a:lumOff val="1046"/>
                <a:alphaOff val="0"/>
                <a:satMod val="110000"/>
                <a:lumMod val="100000"/>
                <a:shade val="100000"/>
              </a:schemeClr>
            </a:gs>
            <a:gs pos="100000">
              <a:schemeClr val="accent5">
                <a:hueOff val="-6481147"/>
                <a:satOff val="-441"/>
                <a:lumOff val="1046"/>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Contains:</a:t>
          </a:r>
        </a:p>
      </dsp:txBody>
      <dsp:txXfrm>
        <a:off x="6630032" y="1246296"/>
        <a:ext cx="1779054" cy="1067432"/>
      </dsp:txXfrm>
    </dsp:sp>
    <dsp:sp modelId="{28DD8823-9CC5-43E6-BF10-B2338D48975B}">
      <dsp:nvSpPr>
        <dsp:cNvPr id="0" name=""/>
        <dsp:cNvSpPr/>
      </dsp:nvSpPr>
      <dsp:spPr>
        <a:xfrm>
          <a:off x="8586992" y="1246296"/>
          <a:ext cx="1779054" cy="1067432"/>
        </a:xfrm>
        <a:prstGeom prst="rect">
          <a:avLst/>
        </a:prstGeom>
        <a:gradFill rotWithShape="0">
          <a:gsLst>
            <a:gs pos="0">
              <a:schemeClr val="accent5">
                <a:hueOff val="-7291290"/>
                <a:satOff val="-496"/>
                <a:lumOff val="1177"/>
                <a:alphaOff val="0"/>
                <a:satMod val="103000"/>
                <a:lumMod val="102000"/>
                <a:tint val="94000"/>
              </a:schemeClr>
            </a:gs>
            <a:gs pos="50000">
              <a:schemeClr val="accent5">
                <a:hueOff val="-7291290"/>
                <a:satOff val="-496"/>
                <a:lumOff val="1177"/>
                <a:alphaOff val="0"/>
                <a:satMod val="110000"/>
                <a:lumMod val="100000"/>
                <a:shade val="100000"/>
              </a:schemeClr>
            </a:gs>
            <a:gs pos="100000">
              <a:schemeClr val="accent5">
                <a:hueOff val="-7291290"/>
                <a:satOff val="-496"/>
                <a:lumOff val="1177"/>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Record ID </a:t>
          </a:r>
        </a:p>
      </dsp:txBody>
      <dsp:txXfrm>
        <a:off x="8586992" y="1246296"/>
        <a:ext cx="1779054" cy="1067432"/>
      </dsp:txXfrm>
    </dsp:sp>
    <dsp:sp modelId="{210196B9-7F0C-46CD-8E5A-D390B37FBA0C}">
      <dsp:nvSpPr>
        <dsp:cNvPr id="0" name=""/>
        <dsp:cNvSpPr/>
      </dsp:nvSpPr>
      <dsp:spPr>
        <a:xfrm>
          <a:off x="759153" y="2491634"/>
          <a:ext cx="1779054" cy="1067432"/>
        </a:xfrm>
        <a:prstGeom prst="rect">
          <a:avLst/>
        </a:prstGeom>
        <a:gradFill rotWithShape="0">
          <a:gsLst>
            <a:gs pos="0">
              <a:schemeClr val="accent5">
                <a:hueOff val="-8101434"/>
                <a:satOff val="-551"/>
                <a:lumOff val="1307"/>
                <a:alphaOff val="0"/>
                <a:satMod val="103000"/>
                <a:lumMod val="102000"/>
                <a:tint val="94000"/>
              </a:schemeClr>
            </a:gs>
            <a:gs pos="50000">
              <a:schemeClr val="accent5">
                <a:hueOff val="-8101434"/>
                <a:satOff val="-551"/>
                <a:lumOff val="1307"/>
                <a:alphaOff val="0"/>
                <a:satMod val="110000"/>
                <a:lumMod val="100000"/>
                <a:shade val="100000"/>
              </a:schemeClr>
            </a:gs>
            <a:gs pos="100000">
              <a:schemeClr val="accent5">
                <a:hueOff val="-8101434"/>
                <a:satOff val="-551"/>
                <a:lumOff val="1307"/>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Country ID </a:t>
          </a:r>
        </a:p>
      </dsp:txBody>
      <dsp:txXfrm>
        <a:off x="759153" y="2491634"/>
        <a:ext cx="1779054" cy="1067432"/>
      </dsp:txXfrm>
    </dsp:sp>
    <dsp:sp modelId="{20CF4053-C0C7-47CB-98DA-AC628886B00F}">
      <dsp:nvSpPr>
        <dsp:cNvPr id="0" name=""/>
        <dsp:cNvSpPr/>
      </dsp:nvSpPr>
      <dsp:spPr>
        <a:xfrm>
          <a:off x="2716113" y="2491634"/>
          <a:ext cx="1779054" cy="1067432"/>
        </a:xfrm>
        <a:prstGeom prst="rect">
          <a:avLst/>
        </a:prstGeom>
        <a:gradFill rotWithShape="0">
          <a:gsLst>
            <a:gs pos="0">
              <a:schemeClr val="accent5">
                <a:hueOff val="-8911577"/>
                <a:satOff val="-606"/>
                <a:lumOff val="1438"/>
                <a:alphaOff val="0"/>
                <a:satMod val="103000"/>
                <a:lumMod val="102000"/>
                <a:tint val="94000"/>
              </a:schemeClr>
            </a:gs>
            <a:gs pos="50000">
              <a:schemeClr val="accent5">
                <a:hueOff val="-8911577"/>
                <a:satOff val="-606"/>
                <a:lumOff val="1438"/>
                <a:alphaOff val="0"/>
                <a:satMod val="110000"/>
                <a:lumMod val="100000"/>
                <a:shade val="100000"/>
              </a:schemeClr>
            </a:gs>
            <a:gs pos="100000">
              <a:schemeClr val="accent5">
                <a:hueOff val="-8911577"/>
                <a:satOff val="-606"/>
                <a:lumOff val="143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Vaccine Name </a:t>
          </a:r>
        </a:p>
      </dsp:txBody>
      <dsp:txXfrm>
        <a:off x="2716113" y="2491634"/>
        <a:ext cx="1779054" cy="1067432"/>
      </dsp:txXfrm>
    </dsp:sp>
    <dsp:sp modelId="{E5372119-35A5-40EF-866A-5983A30D7282}">
      <dsp:nvSpPr>
        <dsp:cNvPr id="0" name=""/>
        <dsp:cNvSpPr/>
      </dsp:nvSpPr>
      <dsp:spPr>
        <a:xfrm>
          <a:off x="4673072" y="2491634"/>
          <a:ext cx="1779054" cy="1067432"/>
        </a:xfrm>
        <a:prstGeom prst="rect">
          <a:avLst/>
        </a:prstGeom>
        <a:gradFill rotWithShape="0">
          <a:gsLst>
            <a:gs pos="0">
              <a:schemeClr val="accent5">
                <a:hueOff val="-9721720"/>
                <a:satOff val="-661"/>
                <a:lumOff val="1569"/>
                <a:alphaOff val="0"/>
                <a:satMod val="103000"/>
                <a:lumMod val="102000"/>
                <a:tint val="94000"/>
              </a:schemeClr>
            </a:gs>
            <a:gs pos="50000">
              <a:schemeClr val="accent5">
                <a:hueOff val="-9721720"/>
                <a:satOff val="-661"/>
                <a:lumOff val="1569"/>
                <a:alphaOff val="0"/>
                <a:satMod val="110000"/>
                <a:lumMod val="100000"/>
                <a:shade val="100000"/>
              </a:schemeClr>
            </a:gs>
            <a:gs pos="100000">
              <a:schemeClr val="accent5">
                <a:hueOff val="-9721720"/>
                <a:satOff val="-661"/>
                <a:lumOff val="1569"/>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Vaccinations Given </a:t>
          </a:r>
        </a:p>
      </dsp:txBody>
      <dsp:txXfrm>
        <a:off x="4673072" y="2491634"/>
        <a:ext cx="1779054" cy="1067432"/>
      </dsp:txXfrm>
    </dsp:sp>
    <dsp:sp modelId="{6C01F474-FAED-4932-AB5B-356EA99B3186}">
      <dsp:nvSpPr>
        <dsp:cNvPr id="0" name=""/>
        <dsp:cNvSpPr/>
      </dsp:nvSpPr>
      <dsp:spPr>
        <a:xfrm>
          <a:off x="6630032" y="2491634"/>
          <a:ext cx="1779054" cy="1067432"/>
        </a:xfrm>
        <a:prstGeom prst="rect">
          <a:avLst/>
        </a:prstGeom>
        <a:gradFill rotWithShape="0">
          <a:gsLst>
            <a:gs pos="0">
              <a:schemeClr val="accent5">
                <a:hueOff val="-10531863"/>
                <a:satOff val="-716"/>
                <a:lumOff val="1700"/>
                <a:alphaOff val="0"/>
                <a:satMod val="103000"/>
                <a:lumMod val="102000"/>
                <a:tint val="94000"/>
              </a:schemeClr>
            </a:gs>
            <a:gs pos="50000">
              <a:schemeClr val="accent5">
                <a:hueOff val="-10531863"/>
                <a:satOff val="-716"/>
                <a:lumOff val="1700"/>
                <a:alphaOff val="0"/>
                <a:satMod val="110000"/>
                <a:lumMod val="100000"/>
                <a:shade val="100000"/>
              </a:schemeClr>
            </a:gs>
            <a:gs pos="100000">
              <a:schemeClr val="accent5">
                <a:hueOff val="-10531863"/>
                <a:satOff val="-716"/>
                <a:lumOff val="170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Report Year </a:t>
          </a:r>
        </a:p>
      </dsp:txBody>
      <dsp:txXfrm>
        <a:off x="6630032" y="2491634"/>
        <a:ext cx="1779054" cy="1067432"/>
      </dsp:txXfrm>
    </dsp:sp>
    <dsp:sp modelId="{9B057A94-C565-4A48-BD37-682AC04A3D88}">
      <dsp:nvSpPr>
        <dsp:cNvPr id="0" name=""/>
        <dsp:cNvSpPr/>
      </dsp:nvSpPr>
      <dsp:spPr>
        <a:xfrm>
          <a:off x="8586992" y="2491634"/>
          <a:ext cx="1779054" cy="1067432"/>
        </a:xfrm>
        <a:prstGeom prst="rect">
          <a:avLst/>
        </a:prstGeom>
        <a:gradFill rotWithShape="0">
          <a:gsLst>
            <a:gs pos="0">
              <a:schemeClr val="accent5">
                <a:hueOff val="-11342007"/>
                <a:satOff val="-771"/>
                <a:lumOff val="1830"/>
                <a:alphaOff val="0"/>
                <a:satMod val="103000"/>
                <a:lumMod val="102000"/>
                <a:tint val="94000"/>
              </a:schemeClr>
            </a:gs>
            <a:gs pos="50000">
              <a:schemeClr val="accent5">
                <a:hueOff val="-11342007"/>
                <a:satOff val="-771"/>
                <a:lumOff val="1830"/>
                <a:alphaOff val="0"/>
                <a:satMod val="110000"/>
                <a:lumMod val="100000"/>
                <a:shade val="100000"/>
              </a:schemeClr>
            </a:gs>
            <a:gs pos="100000">
              <a:schemeClr val="accent5">
                <a:hueOff val="-11342007"/>
                <a:satOff val="-771"/>
                <a:lumOff val="183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b="1" kern="1200"/>
            <a:t>Relationship</a:t>
          </a:r>
          <a:endParaRPr lang="en-US" sz="1200" kern="1200"/>
        </a:p>
      </dsp:txBody>
      <dsp:txXfrm>
        <a:off x="8586992" y="2491634"/>
        <a:ext cx="1779054" cy="1067432"/>
      </dsp:txXfrm>
    </dsp:sp>
    <dsp:sp modelId="{5A290411-A26B-4AAD-A7E9-5972CC747180}">
      <dsp:nvSpPr>
        <dsp:cNvPr id="0" name=""/>
        <dsp:cNvSpPr/>
      </dsp:nvSpPr>
      <dsp:spPr>
        <a:xfrm>
          <a:off x="4673072" y="3736972"/>
          <a:ext cx="1779054" cy="1067432"/>
        </a:xfrm>
        <a:prstGeom prst="rect">
          <a:avLst/>
        </a:prstGeom>
        <a:gradFill rotWithShape="0">
          <a:gsLst>
            <a:gs pos="0">
              <a:schemeClr val="accent5">
                <a:hueOff val="-12152150"/>
                <a:satOff val="-826"/>
                <a:lumOff val="1961"/>
                <a:alphaOff val="0"/>
                <a:satMod val="103000"/>
                <a:lumMod val="102000"/>
                <a:tint val="94000"/>
              </a:schemeClr>
            </a:gs>
            <a:gs pos="50000">
              <a:schemeClr val="accent5">
                <a:hueOff val="-12152150"/>
                <a:satOff val="-826"/>
                <a:lumOff val="1961"/>
                <a:alphaOff val="0"/>
                <a:satMod val="110000"/>
                <a:lumMod val="100000"/>
                <a:shade val="100000"/>
              </a:schemeClr>
            </a:gs>
            <a:gs pos="100000">
              <a:schemeClr val="accent5">
                <a:hueOff val="-12152150"/>
                <a:satOff val="-826"/>
                <a:lumOff val="1961"/>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The two tables are connected using </a:t>
          </a:r>
          <a:r>
            <a:rPr lang="en-US" sz="1200" b="1" kern="1200" dirty="0"/>
            <a:t>Country ID</a:t>
          </a:r>
          <a:r>
            <a:rPr lang="en-US" sz="1200" kern="1200" dirty="0"/>
            <a:t>, allowing vaccination records to be linked to the correct country.</a:t>
          </a:r>
        </a:p>
      </dsp:txBody>
      <dsp:txXfrm>
        <a:off x="4673072" y="3736972"/>
        <a:ext cx="1779054" cy="106743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5CD35D-5208-4E3E-A789-F9F7E51D6FB3}">
      <dsp:nvSpPr>
        <dsp:cNvPr id="0" name=""/>
        <dsp:cNvSpPr/>
      </dsp:nvSpPr>
      <dsp:spPr>
        <a:xfrm>
          <a:off x="1474645" y="911104"/>
          <a:ext cx="307152" cy="91440"/>
        </a:xfrm>
        <a:custGeom>
          <a:avLst/>
          <a:gdLst/>
          <a:ahLst/>
          <a:cxnLst/>
          <a:rect l="0" t="0" r="0" b="0"/>
          <a:pathLst>
            <a:path>
              <a:moveTo>
                <a:pt x="0" y="45720"/>
              </a:moveTo>
              <a:lnTo>
                <a:pt x="307152" y="45720"/>
              </a:lnTo>
            </a:path>
          </a:pathLst>
        </a:custGeom>
        <a:noFill/>
        <a:ln w="1270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19777" y="955135"/>
        <a:ext cx="16887" cy="3377"/>
      </dsp:txXfrm>
    </dsp:sp>
    <dsp:sp modelId="{8A2E1BD6-0D8D-4F7A-B52A-24D2175AEBB1}">
      <dsp:nvSpPr>
        <dsp:cNvPr id="0" name=""/>
        <dsp:cNvSpPr/>
      </dsp:nvSpPr>
      <dsp:spPr>
        <a:xfrm>
          <a:off x="7958" y="516278"/>
          <a:ext cx="1468487" cy="881092"/>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b="1" kern="1200"/>
            <a:t>SQL Techniques Used</a:t>
          </a:r>
          <a:endParaRPr lang="en-US" sz="1700" kern="1200"/>
        </a:p>
      </dsp:txBody>
      <dsp:txXfrm>
        <a:off x="7958" y="516278"/>
        <a:ext cx="1468487" cy="881092"/>
      </dsp:txXfrm>
    </dsp:sp>
    <dsp:sp modelId="{0ABCC490-657A-465B-960D-53137DA31B3E}">
      <dsp:nvSpPr>
        <dsp:cNvPr id="0" name=""/>
        <dsp:cNvSpPr/>
      </dsp:nvSpPr>
      <dsp:spPr>
        <a:xfrm>
          <a:off x="3280884" y="911104"/>
          <a:ext cx="307152" cy="91440"/>
        </a:xfrm>
        <a:custGeom>
          <a:avLst/>
          <a:gdLst/>
          <a:ahLst/>
          <a:cxnLst/>
          <a:rect l="0" t="0" r="0" b="0"/>
          <a:pathLst>
            <a:path>
              <a:moveTo>
                <a:pt x="0" y="45720"/>
              </a:moveTo>
              <a:lnTo>
                <a:pt x="307152" y="45720"/>
              </a:lnTo>
            </a:path>
          </a:pathLst>
        </a:custGeom>
        <a:noFill/>
        <a:ln w="1270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426017" y="955135"/>
        <a:ext cx="16887" cy="3377"/>
      </dsp:txXfrm>
    </dsp:sp>
    <dsp:sp modelId="{256EC753-4308-4D5D-AD11-801B0AF71232}">
      <dsp:nvSpPr>
        <dsp:cNvPr id="0" name=""/>
        <dsp:cNvSpPr/>
      </dsp:nvSpPr>
      <dsp:spPr>
        <a:xfrm>
          <a:off x="1814197" y="516278"/>
          <a:ext cx="1468487" cy="881092"/>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SELECT </a:t>
          </a:r>
        </a:p>
      </dsp:txBody>
      <dsp:txXfrm>
        <a:off x="1814197" y="516278"/>
        <a:ext cx="1468487" cy="881092"/>
      </dsp:txXfrm>
    </dsp:sp>
    <dsp:sp modelId="{2FAFF0E4-8433-4EDB-AA92-413BABE1B142}">
      <dsp:nvSpPr>
        <dsp:cNvPr id="0" name=""/>
        <dsp:cNvSpPr/>
      </dsp:nvSpPr>
      <dsp:spPr>
        <a:xfrm>
          <a:off x="5087123" y="911104"/>
          <a:ext cx="307152" cy="91440"/>
        </a:xfrm>
        <a:custGeom>
          <a:avLst/>
          <a:gdLst/>
          <a:ahLst/>
          <a:cxnLst/>
          <a:rect l="0" t="0" r="0" b="0"/>
          <a:pathLst>
            <a:path>
              <a:moveTo>
                <a:pt x="0" y="45720"/>
              </a:moveTo>
              <a:lnTo>
                <a:pt x="307152" y="45720"/>
              </a:lnTo>
            </a:path>
          </a:pathLst>
        </a:custGeom>
        <a:noFill/>
        <a:ln w="12700" cap="flat" cmpd="sng" algn="ctr">
          <a:solidFill>
            <a:schemeClr val="accent4">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32256" y="955135"/>
        <a:ext cx="16887" cy="3377"/>
      </dsp:txXfrm>
    </dsp:sp>
    <dsp:sp modelId="{E8FE2846-2F0E-4E88-8477-DCC23D730422}">
      <dsp:nvSpPr>
        <dsp:cNvPr id="0" name=""/>
        <dsp:cNvSpPr/>
      </dsp:nvSpPr>
      <dsp:spPr>
        <a:xfrm>
          <a:off x="3620436" y="516278"/>
          <a:ext cx="1468487" cy="881092"/>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WHERE </a:t>
          </a:r>
        </a:p>
      </dsp:txBody>
      <dsp:txXfrm>
        <a:off x="3620436" y="516278"/>
        <a:ext cx="1468487" cy="881092"/>
      </dsp:txXfrm>
    </dsp:sp>
    <dsp:sp modelId="{B52188FD-0936-4007-9F8F-65DCDD951FB5}">
      <dsp:nvSpPr>
        <dsp:cNvPr id="0" name=""/>
        <dsp:cNvSpPr/>
      </dsp:nvSpPr>
      <dsp:spPr>
        <a:xfrm>
          <a:off x="6893363" y="911104"/>
          <a:ext cx="307152" cy="91440"/>
        </a:xfrm>
        <a:custGeom>
          <a:avLst/>
          <a:gdLst/>
          <a:ahLst/>
          <a:cxnLst/>
          <a:rect l="0" t="0" r="0" b="0"/>
          <a:pathLst>
            <a:path>
              <a:moveTo>
                <a:pt x="0" y="45720"/>
              </a:moveTo>
              <a:lnTo>
                <a:pt x="307152" y="45720"/>
              </a:lnTo>
            </a:path>
          </a:pathLst>
        </a:custGeom>
        <a:noFill/>
        <a:ln w="1270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7038495" y="955135"/>
        <a:ext cx="16887" cy="3377"/>
      </dsp:txXfrm>
    </dsp:sp>
    <dsp:sp modelId="{7E5A7098-658F-4ACF-B23A-358BB962BC33}">
      <dsp:nvSpPr>
        <dsp:cNvPr id="0" name=""/>
        <dsp:cNvSpPr/>
      </dsp:nvSpPr>
      <dsp:spPr>
        <a:xfrm>
          <a:off x="5426676" y="516278"/>
          <a:ext cx="1468487" cy="881092"/>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INNER JOIN </a:t>
          </a:r>
        </a:p>
      </dsp:txBody>
      <dsp:txXfrm>
        <a:off x="5426676" y="516278"/>
        <a:ext cx="1468487" cy="881092"/>
      </dsp:txXfrm>
    </dsp:sp>
    <dsp:sp modelId="{94F44C3F-C159-412F-87CD-B7AA349104C8}">
      <dsp:nvSpPr>
        <dsp:cNvPr id="0" name=""/>
        <dsp:cNvSpPr/>
      </dsp:nvSpPr>
      <dsp:spPr>
        <a:xfrm>
          <a:off x="8699602" y="911104"/>
          <a:ext cx="307152" cy="91440"/>
        </a:xfrm>
        <a:custGeom>
          <a:avLst/>
          <a:gdLst/>
          <a:ahLst/>
          <a:cxnLst/>
          <a:rect l="0" t="0" r="0" b="0"/>
          <a:pathLst>
            <a:path>
              <a:moveTo>
                <a:pt x="0" y="45720"/>
              </a:moveTo>
              <a:lnTo>
                <a:pt x="307152" y="45720"/>
              </a:lnTo>
            </a:path>
          </a:pathLst>
        </a:custGeom>
        <a:noFill/>
        <a:ln w="12700" cap="flat" cmpd="sng" algn="ctr">
          <a:solidFill>
            <a:schemeClr val="accent6">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844734" y="955135"/>
        <a:ext cx="16887" cy="3377"/>
      </dsp:txXfrm>
    </dsp:sp>
    <dsp:sp modelId="{86D97586-87BB-4253-96FE-95A36E8091DB}">
      <dsp:nvSpPr>
        <dsp:cNvPr id="0" name=""/>
        <dsp:cNvSpPr/>
      </dsp:nvSpPr>
      <dsp:spPr>
        <a:xfrm>
          <a:off x="7232915" y="516278"/>
          <a:ext cx="1468487" cy="881092"/>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GROUP BY </a:t>
          </a:r>
        </a:p>
      </dsp:txBody>
      <dsp:txXfrm>
        <a:off x="7232915" y="516278"/>
        <a:ext cx="1468487" cy="881092"/>
      </dsp:txXfrm>
    </dsp:sp>
    <dsp:sp modelId="{ACA41784-4078-445D-83C4-BB39F661AC45}">
      <dsp:nvSpPr>
        <dsp:cNvPr id="0" name=""/>
        <dsp:cNvSpPr/>
      </dsp:nvSpPr>
      <dsp:spPr>
        <a:xfrm>
          <a:off x="742202" y="1395570"/>
          <a:ext cx="9031195" cy="307152"/>
        </a:xfrm>
        <a:custGeom>
          <a:avLst/>
          <a:gdLst/>
          <a:ahLst/>
          <a:cxnLst/>
          <a:rect l="0" t="0" r="0" b="0"/>
          <a:pathLst>
            <a:path>
              <a:moveTo>
                <a:pt x="9031195" y="0"/>
              </a:moveTo>
              <a:lnTo>
                <a:pt x="9031195" y="170676"/>
              </a:lnTo>
              <a:lnTo>
                <a:pt x="0" y="170676"/>
              </a:lnTo>
              <a:lnTo>
                <a:pt x="0" y="307152"/>
              </a:lnTo>
            </a:path>
          </a:pathLst>
        </a:custGeom>
        <a:noFill/>
        <a:ln w="1270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031862" y="1547458"/>
        <a:ext cx="451875" cy="3377"/>
      </dsp:txXfrm>
    </dsp:sp>
    <dsp:sp modelId="{CCE77F88-D494-47F2-A124-027D93467C90}">
      <dsp:nvSpPr>
        <dsp:cNvPr id="0" name=""/>
        <dsp:cNvSpPr/>
      </dsp:nvSpPr>
      <dsp:spPr>
        <a:xfrm>
          <a:off x="9039154" y="516278"/>
          <a:ext cx="1468487" cy="881092"/>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SUM() </a:t>
          </a:r>
        </a:p>
      </dsp:txBody>
      <dsp:txXfrm>
        <a:off x="9039154" y="516278"/>
        <a:ext cx="1468487" cy="881092"/>
      </dsp:txXfrm>
    </dsp:sp>
    <dsp:sp modelId="{C79825B4-8E7F-483E-A280-91A3CC18FF1D}">
      <dsp:nvSpPr>
        <dsp:cNvPr id="0" name=""/>
        <dsp:cNvSpPr/>
      </dsp:nvSpPr>
      <dsp:spPr>
        <a:xfrm>
          <a:off x="1474645" y="2129949"/>
          <a:ext cx="307152" cy="91440"/>
        </a:xfrm>
        <a:custGeom>
          <a:avLst/>
          <a:gdLst/>
          <a:ahLst/>
          <a:cxnLst/>
          <a:rect l="0" t="0" r="0" b="0"/>
          <a:pathLst>
            <a:path>
              <a:moveTo>
                <a:pt x="0" y="45720"/>
              </a:moveTo>
              <a:lnTo>
                <a:pt x="307152" y="45720"/>
              </a:lnTo>
            </a:path>
          </a:pathLst>
        </a:custGeom>
        <a:noFill/>
        <a:ln w="1270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19777" y="2173980"/>
        <a:ext cx="16887" cy="3377"/>
      </dsp:txXfrm>
    </dsp:sp>
    <dsp:sp modelId="{F03AB4F7-82DD-483F-A2F4-6CFAA60C6A1F}">
      <dsp:nvSpPr>
        <dsp:cNvPr id="0" name=""/>
        <dsp:cNvSpPr/>
      </dsp:nvSpPr>
      <dsp:spPr>
        <a:xfrm>
          <a:off x="7958" y="1735122"/>
          <a:ext cx="1468487" cy="881092"/>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AVG() </a:t>
          </a:r>
        </a:p>
      </dsp:txBody>
      <dsp:txXfrm>
        <a:off x="7958" y="1735122"/>
        <a:ext cx="1468487" cy="881092"/>
      </dsp:txXfrm>
    </dsp:sp>
    <dsp:sp modelId="{199BB7B7-0DED-43D3-910D-75545CD64536}">
      <dsp:nvSpPr>
        <dsp:cNvPr id="0" name=""/>
        <dsp:cNvSpPr/>
      </dsp:nvSpPr>
      <dsp:spPr>
        <a:xfrm>
          <a:off x="3280884" y="2129949"/>
          <a:ext cx="307152" cy="91440"/>
        </a:xfrm>
        <a:custGeom>
          <a:avLst/>
          <a:gdLst/>
          <a:ahLst/>
          <a:cxnLst/>
          <a:rect l="0" t="0" r="0" b="0"/>
          <a:pathLst>
            <a:path>
              <a:moveTo>
                <a:pt x="0" y="45720"/>
              </a:moveTo>
              <a:lnTo>
                <a:pt x="307152" y="45720"/>
              </a:lnTo>
            </a:path>
          </a:pathLst>
        </a:custGeom>
        <a:noFill/>
        <a:ln w="12700" cap="flat" cmpd="sng" algn="ctr">
          <a:solidFill>
            <a:schemeClr val="accent4">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426017" y="2173980"/>
        <a:ext cx="16887" cy="3377"/>
      </dsp:txXfrm>
    </dsp:sp>
    <dsp:sp modelId="{BABE0E74-0021-426C-9C79-BD90FB16E7B6}">
      <dsp:nvSpPr>
        <dsp:cNvPr id="0" name=""/>
        <dsp:cNvSpPr/>
      </dsp:nvSpPr>
      <dsp:spPr>
        <a:xfrm>
          <a:off x="1814197" y="1735122"/>
          <a:ext cx="1468487" cy="881092"/>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HAVING </a:t>
          </a:r>
        </a:p>
      </dsp:txBody>
      <dsp:txXfrm>
        <a:off x="1814197" y="1735122"/>
        <a:ext cx="1468487" cy="881092"/>
      </dsp:txXfrm>
    </dsp:sp>
    <dsp:sp modelId="{2FCD9B25-B1FF-4698-B08C-7899F0BC3329}">
      <dsp:nvSpPr>
        <dsp:cNvPr id="0" name=""/>
        <dsp:cNvSpPr/>
      </dsp:nvSpPr>
      <dsp:spPr>
        <a:xfrm>
          <a:off x="5087123" y="2129949"/>
          <a:ext cx="307152" cy="91440"/>
        </a:xfrm>
        <a:custGeom>
          <a:avLst/>
          <a:gdLst/>
          <a:ahLst/>
          <a:cxnLst/>
          <a:rect l="0" t="0" r="0" b="0"/>
          <a:pathLst>
            <a:path>
              <a:moveTo>
                <a:pt x="0" y="45720"/>
              </a:moveTo>
              <a:lnTo>
                <a:pt x="307152" y="45720"/>
              </a:lnTo>
            </a:path>
          </a:pathLst>
        </a:custGeom>
        <a:noFill/>
        <a:ln w="1270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32256" y="2173980"/>
        <a:ext cx="16887" cy="3377"/>
      </dsp:txXfrm>
    </dsp:sp>
    <dsp:sp modelId="{F59FEA8A-2FA3-4793-A2F0-83478C273683}">
      <dsp:nvSpPr>
        <dsp:cNvPr id="0" name=""/>
        <dsp:cNvSpPr/>
      </dsp:nvSpPr>
      <dsp:spPr>
        <a:xfrm>
          <a:off x="3620436" y="1735122"/>
          <a:ext cx="1468487" cy="881092"/>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ORDER BY </a:t>
          </a:r>
        </a:p>
      </dsp:txBody>
      <dsp:txXfrm>
        <a:off x="3620436" y="1735122"/>
        <a:ext cx="1468487" cy="881092"/>
      </dsp:txXfrm>
    </dsp:sp>
    <dsp:sp modelId="{FF775011-827F-46C1-9B6D-DE455CEEF662}">
      <dsp:nvSpPr>
        <dsp:cNvPr id="0" name=""/>
        <dsp:cNvSpPr/>
      </dsp:nvSpPr>
      <dsp:spPr>
        <a:xfrm>
          <a:off x="6893363" y="2129949"/>
          <a:ext cx="307152" cy="91440"/>
        </a:xfrm>
        <a:custGeom>
          <a:avLst/>
          <a:gdLst/>
          <a:ahLst/>
          <a:cxnLst/>
          <a:rect l="0" t="0" r="0" b="0"/>
          <a:pathLst>
            <a:path>
              <a:moveTo>
                <a:pt x="0" y="45720"/>
              </a:moveTo>
              <a:lnTo>
                <a:pt x="307152" y="45720"/>
              </a:lnTo>
            </a:path>
          </a:pathLst>
        </a:custGeom>
        <a:noFill/>
        <a:ln w="12700" cap="flat" cmpd="sng" algn="ctr">
          <a:solidFill>
            <a:schemeClr val="accent6">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7038495" y="2173980"/>
        <a:ext cx="16887" cy="3377"/>
      </dsp:txXfrm>
    </dsp:sp>
    <dsp:sp modelId="{A70FD173-FBC8-40AC-BD1C-6007045F67E5}">
      <dsp:nvSpPr>
        <dsp:cNvPr id="0" name=""/>
        <dsp:cNvSpPr/>
      </dsp:nvSpPr>
      <dsp:spPr>
        <a:xfrm>
          <a:off x="5426676" y="1735122"/>
          <a:ext cx="1468487" cy="881092"/>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LIMIT </a:t>
          </a:r>
        </a:p>
      </dsp:txBody>
      <dsp:txXfrm>
        <a:off x="5426676" y="1735122"/>
        <a:ext cx="1468487" cy="881092"/>
      </dsp:txXfrm>
    </dsp:sp>
    <dsp:sp modelId="{96F1ED23-F99F-4370-A324-B4E83428373B}">
      <dsp:nvSpPr>
        <dsp:cNvPr id="0" name=""/>
        <dsp:cNvSpPr/>
      </dsp:nvSpPr>
      <dsp:spPr>
        <a:xfrm>
          <a:off x="8699602" y="2129949"/>
          <a:ext cx="307152" cy="91440"/>
        </a:xfrm>
        <a:custGeom>
          <a:avLst/>
          <a:gdLst/>
          <a:ahLst/>
          <a:cxnLst/>
          <a:rect l="0" t="0" r="0" b="0"/>
          <a:pathLst>
            <a:path>
              <a:moveTo>
                <a:pt x="0" y="45720"/>
              </a:moveTo>
              <a:lnTo>
                <a:pt x="307152" y="45720"/>
              </a:lnTo>
            </a:path>
          </a:pathLst>
        </a:custGeom>
        <a:noFill/>
        <a:ln w="1270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844734" y="2173980"/>
        <a:ext cx="16887" cy="3377"/>
      </dsp:txXfrm>
    </dsp:sp>
    <dsp:sp modelId="{1A7EE04F-5B21-4528-8D31-618F28FCD86D}">
      <dsp:nvSpPr>
        <dsp:cNvPr id="0" name=""/>
        <dsp:cNvSpPr/>
      </dsp:nvSpPr>
      <dsp:spPr>
        <a:xfrm>
          <a:off x="7232915" y="1735122"/>
          <a:ext cx="1468487" cy="881092"/>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b="1" kern="1200"/>
            <a:t>Skills Developed</a:t>
          </a:r>
          <a:endParaRPr lang="en-US" sz="1700" kern="1200"/>
        </a:p>
      </dsp:txBody>
      <dsp:txXfrm>
        <a:off x="7232915" y="1735122"/>
        <a:ext cx="1468487" cy="881092"/>
      </dsp:txXfrm>
    </dsp:sp>
    <dsp:sp modelId="{58F1D11E-E9BB-4FE4-B455-7D4A7F0F67A7}">
      <dsp:nvSpPr>
        <dsp:cNvPr id="0" name=""/>
        <dsp:cNvSpPr/>
      </dsp:nvSpPr>
      <dsp:spPr>
        <a:xfrm>
          <a:off x="742202" y="2614415"/>
          <a:ext cx="9031195" cy="307152"/>
        </a:xfrm>
        <a:custGeom>
          <a:avLst/>
          <a:gdLst/>
          <a:ahLst/>
          <a:cxnLst/>
          <a:rect l="0" t="0" r="0" b="0"/>
          <a:pathLst>
            <a:path>
              <a:moveTo>
                <a:pt x="9031195" y="0"/>
              </a:moveTo>
              <a:lnTo>
                <a:pt x="9031195" y="170676"/>
              </a:lnTo>
              <a:lnTo>
                <a:pt x="0" y="170676"/>
              </a:lnTo>
              <a:lnTo>
                <a:pt x="0" y="307152"/>
              </a:lnTo>
            </a:path>
          </a:pathLst>
        </a:custGeom>
        <a:noFill/>
        <a:ln w="1270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031862" y="2766302"/>
        <a:ext cx="451875" cy="3377"/>
      </dsp:txXfrm>
    </dsp:sp>
    <dsp:sp modelId="{F25CD2E5-5DF0-45E7-A83D-5B7BFDD914B9}">
      <dsp:nvSpPr>
        <dsp:cNvPr id="0" name=""/>
        <dsp:cNvSpPr/>
      </dsp:nvSpPr>
      <dsp:spPr>
        <a:xfrm>
          <a:off x="9039154" y="1735122"/>
          <a:ext cx="1468487" cy="881092"/>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Data retrieval </a:t>
          </a:r>
        </a:p>
      </dsp:txBody>
      <dsp:txXfrm>
        <a:off x="9039154" y="1735122"/>
        <a:ext cx="1468487" cy="881092"/>
      </dsp:txXfrm>
    </dsp:sp>
    <dsp:sp modelId="{4806847B-65DC-4F54-993D-F4A3396B086D}">
      <dsp:nvSpPr>
        <dsp:cNvPr id="0" name=""/>
        <dsp:cNvSpPr/>
      </dsp:nvSpPr>
      <dsp:spPr>
        <a:xfrm>
          <a:off x="1474645" y="3348793"/>
          <a:ext cx="307152" cy="91440"/>
        </a:xfrm>
        <a:custGeom>
          <a:avLst/>
          <a:gdLst/>
          <a:ahLst/>
          <a:cxnLst/>
          <a:rect l="0" t="0" r="0" b="0"/>
          <a:pathLst>
            <a:path>
              <a:moveTo>
                <a:pt x="0" y="45720"/>
              </a:moveTo>
              <a:lnTo>
                <a:pt x="307152" y="45720"/>
              </a:lnTo>
            </a:path>
          </a:pathLst>
        </a:custGeom>
        <a:noFill/>
        <a:ln w="12700" cap="flat" cmpd="sng" algn="ctr">
          <a:solidFill>
            <a:schemeClr val="accent4">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19777" y="3392824"/>
        <a:ext cx="16887" cy="3377"/>
      </dsp:txXfrm>
    </dsp:sp>
    <dsp:sp modelId="{75041486-B9B3-46AF-8880-57207C024A86}">
      <dsp:nvSpPr>
        <dsp:cNvPr id="0" name=""/>
        <dsp:cNvSpPr/>
      </dsp:nvSpPr>
      <dsp:spPr>
        <a:xfrm>
          <a:off x="7958" y="2953967"/>
          <a:ext cx="1468487" cy="881092"/>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Data aggregation </a:t>
          </a:r>
        </a:p>
      </dsp:txBody>
      <dsp:txXfrm>
        <a:off x="7958" y="2953967"/>
        <a:ext cx="1468487" cy="881092"/>
      </dsp:txXfrm>
    </dsp:sp>
    <dsp:sp modelId="{4798E0D1-7E40-420A-89B9-9F9E89D9B711}">
      <dsp:nvSpPr>
        <dsp:cNvPr id="0" name=""/>
        <dsp:cNvSpPr/>
      </dsp:nvSpPr>
      <dsp:spPr>
        <a:xfrm>
          <a:off x="3280884" y="3348793"/>
          <a:ext cx="307152" cy="91440"/>
        </a:xfrm>
        <a:custGeom>
          <a:avLst/>
          <a:gdLst/>
          <a:ahLst/>
          <a:cxnLst/>
          <a:rect l="0" t="0" r="0" b="0"/>
          <a:pathLst>
            <a:path>
              <a:moveTo>
                <a:pt x="0" y="45720"/>
              </a:moveTo>
              <a:lnTo>
                <a:pt x="307152" y="45720"/>
              </a:lnTo>
            </a:path>
          </a:pathLst>
        </a:custGeom>
        <a:noFill/>
        <a:ln w="1270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426017" y="3392824"/>
        <a:ext cx="16887" cy="3377"/>
      </dsp:txXfrm>
    </dsp:sp>
    <dsp:sp modelId="{3AC13347-CF8E-4CAF-B92F-6BB3CB8AB690}">
      <dsp:nvSpPr>
        <dsp:cNvPr id="0" name=""/>
        <dsp:cNvSpPr/>
      </dsp:nvSpPr>
      <dsp:spPr>
        <a:xfrm>
          <a:off x="1814197" y="2953967"/>
          <a:ext cx="1468487" cy="881092"/>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Table relationships </a:t>
          </a:r>
        </a:p>
      </dsp:txBody>
      <dsp:txXfrm>
        <a:off x="1814197" y="2953967"/>
        <a:ext cx="1468487" cy="881092"/>
      </dsp:txXfrm>
    </dsp:sp>
    <dsp:sp modelId="{6DD7F76E-CE96-482F-A1C0-AAC1D422A7F0}">
      <dsp:nvSpPr>
        <dsp:cNvPr id="0" name=""/>
        <dsp:cNvSpPr/>
      </dsp:nvSpPr>
      <dsp:spPr>
        <a:xfrm>
          <a:off x="5087123" y="3348793"/>
          <a:ext cx="307152" cy="91440"/>
        </a:xfrm>
        <a:custGeom>
          <a:avLst/>
          <a:gdLst/>
          <a:ahLst/>
          <a:cxnLst/>
          <a:rect l="0" t="0" r="0" b="0"/>
          <a:pathLst>
            <a:path>
              <a:moveTo>
                <a:pt x="0" y="45720"/>
              </a:moveTo>
              <a:lnTo>
                <a:pt x="307152" y="45720"/>
              </a:lnTo>
            </a:path>
          </a:pathLst>
        </a:custGeom>
        <a:noFill/>
        <a:ln w="12700" cap="flat" cmpd="sng" algn="ctr">
          <a:solidFill>
            <a:schemeClr val="accent6">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32256" y="3392824"/>
        <a:ext cx="16887" cy="3377"/>
      </dsp:txXfrm>
    </dsp:sp>
    <dsp:sp modelId="{9D331971-6B31-4A1D-8E7F-3D216C739F6F}">
      <dsp:nvSpPr>
        <dsp:cNvPr id="0" name=""/>
        <dsp:cNvSpPr/>
      </dsp:nvSpPr>
      <dsp:spPr>
        <a:xfrm>
          <a:off x="3620436" y="2953967"/>
          <a:ext cx="1468487" cy="881092"/>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Business analysis </a:t>
          </a:r>
        </a:p>
      </dsp:txBody>
      <dsp:txXfrm>
        <a:off x="3620436" y="2953967"/>
        <a:ext cx="1468487" cy="881092"/>
      </dsp:txXfrm>
    </dsp:sp>
    <dsp:sp modelId="{39DD1212-FED6-49E5-B2B4-FF973BAF5ABB}">
      <dsp:nvSpPr>
        <dsp:cNvPr id="0" name=""/>
        <dsp:cNvSpPr/>
      </dsp:nvSpPr>
      <dsp:spPr>
        <a:xfrm>
          <a:off x="5426676" y="2953967"/>
          <a:ext cx="1468487" cy="881092"/>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Public health reporting</a:t>
          </a:r>
        </a:p>
      </dsp:txBody>
      <dsp:txXfrm>
        <a:off x="5426676" y="2953967"/>
        <a:ext cx="1468487" cy="88109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E85843-5E27-4475-BB09-2613EFDB9143}">
      <dsp:nvSpPr>
        <dsp:cNvPr id="0" name=""/>
        <dsp:cNvSpPr/>
      </dsp:nvSpPr>
      <dsp:spPr>
        <a:xfrm>
          <a:off x="0" y="381"/>
          <a:ext cx="9941318"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51D786-483D-433B-BA22-F34AE632AD68}">
      <dsp:nvSpPr>
        <dsp:cNvPr id="0" name=""/>
        <dsp:cNvSpPr/>
      </dsp:nvSpPr>
      <dsp:spPr>
        <a:xfrm>
          <a:off x="0" y="381"/>
          <a:ext cx="9941318" cy="624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Which vaccine was administered the most? </a:t>
          </a:r>
        </a:p>
      </dsp:txBody>
      <dsp:txXfrm>
        <a:off x="0" y="381"/>
        <a:ext cx="9941318" cy="624779"/>
      </dsp:txXfrm>
    </dsp:sp>
    <dsp:sp modelId="{422FECEB-EB0F-4790-8F1B-4CCA78E738AA}">
      <dsp:nvSpPr>
        <dsp:cNvPr id="0" name=""/>
        <dsp:cNvSpPr/>
      </dsp:nvSpPr>
      <dsp:spPr>
        <a:xfrm>
          <a:off x="0" y="625160"/>
          <a:ext cx="9941318"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EF0298-1F82-4518-975C-A704AF6E0E55}">
      <dsp:nvSpPr>
        <dsp:cNvPr id="0" name=""/>
        <dsp:cNvSpPr/>
      </dsp:nvSpPr>
      <dsp:spPr>
        <a:xfrm>
          <a:off x="0" y="625160"/>
          <a:ext cx="9941318" cy="624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Which countries administered the highest number of vaccinations? </a:t>
          </a:r>
        </a:p>
      </dsp:txBody>
      <dsp:txXfrm>
        <a:off x="0" y="625160"/>
        <a:ext cx="9941318" cy="624779"/>
      </dsp:txXfrm>
    </dsp:sp>
    <dsp:sp modelId="{D5E02598-F617-4A0D-9A77-D500CD3D4969}">
      <dsp:nvSpPr>
        <dsp:cNvPr id="0" name=""/>
        <dsp:cNvSpPr/>
      </dsp:nvSpPr>
      <dsp:spPr>
        <a:xfrm>
          <a:off x="0" y="1249939"/>
          <a:ext cx="9941318"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7641F8-8094-4B52-B17E-687234F4D889}">
      <dsp:nvSpPr>
        <dsp:cNvPr id="0" name=""/>
        <dsp:cNvSpPr/>
      </dsp:nvSpPr>
      <dsp:spPr>
        <a:xfrm>
          <a:off x="0" y="1249939"/>
          <a:ext cx="9941318" cy="624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Which regions administered more than 500,000 vaccine doses? </a:t>
          </a:r>
        </a:p>
      </dsp:txBody>
      <dsp:txXfrm>
        <a:off x="0" y="1249939"/>
        <a:ext cx="9941318" cy="624779"/>
      </dsp:txXfrm>
    </dsp:sp>
    <dsp:sp modelId="{981C3B24-4BBD-4347-8C1E-617D35FB168D}">
      <dsp:nvSpPr>
        <dsp:cNvPr id="0" name=""/>
        <dsp:cNvSpPr/>
      </dsp:nvSpPr>
      <dsp:spPr>
        <a:xfrm>
          <a:off x="0" y="1874718"/>
          <a:ext cx="9941318"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DA09144-AB69-4B79-B686-4D4700AD5A34}">
      <dsp:nvSpPr>
        <dsp:cNvPr id="0" name=""/>
        <dsp:cNvSpPr/>
      </dsp:nvSpPr>
      <dsp:spPr>
        <a:xfrm>
          <a:off x="0" y="1874718"/>
          <a:ext cx="9941318" cy="624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Which vaccine was administered the least? </a:t>
          </a:r>
        </a:p>
      </dsp:txBody>
      <dsp:txXfrm>
        <a:off x="0" y="1874718"/>
        <a:ext cx="9941318" cy="624779"/>
      </dsp:txXfrm>
    </dsp:sp>
    <dsp:sp modelId="{E7DB4DDE-EBD2-429B-B833-CFECE40BF656}">
      <dsp:nvSpPr>
        <dsp:cNvPr id="0" name=""/>
        <dsp:cNvSpPr/>
      </dsp:nvSpPr>
      <dsp:spPr>
        <a:xfrm>
          <a:off x="0" y="2499497"/>
          <a:ext cx="9941318"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2BC06C2-0BD5-4226-B60C-226A1CB91246}">
      <dsp:nvSpPr>
        <dsp:cNvPr id="0" name=""/>
        <dsp:cNvSpPr/>
      </dsp:nvSpPr>
      <dsp:spPr>
        <a:xfrm>
          <a:off x="0" y="2499497"/>
          <a:ext cx="9941318" cy="624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Which countries recorded the highest average number of vaccinations per report?</a:t>
          </a:r>
        </a:p>
      </dsp:txBody>
      <dsp:txXfrm>
        <a:off x="0" y="2499497"/>
        <a:ext cx="9941318" cy="62477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82663D4-2C4D-411B-8948-DDD70EC02B26}">
      <dsp:nvSpPr>
        <dsp:cNvPr id="0" name=""/>
        <dsp:cNvSpPr/>
      </dsp:nvSpPr>
      <dsp:spPr>
        <a:xfrm>
          <a:off x="0" y="2430"/>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DAB6C10-992C-4A68-B84C-0DC9EE46B590}">
      <dsp:nvSpPr>
        <dsp:cNvPr id="0" name=""/>
        <dsp:cNvSpPr/>
      </dsp:nvSpPr>
      <dsp:spPr>
        <a:xfrm>
          <a:off x="0" y="2430"/>
          <a:ext cx="10515600" cy="8289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b="1" kern="1200" dirty="0"/>
            <a:t>Key Achievements</a:t>
          </a:r>
          <a:endParaRPr lang="en-US" sz="2400" kern="1200" dirty="0"/>
        </a:p>
      </dsp:txBody>
      <dsp:txXfrm>
        <a:off x="0" y="2430"/>
        <a:ext cx="10515600" cy="828922"/>
      </dsp:txXfrm>
    </dsp:sp>
    <dsp:sp modelId="{0B212A35-54A6-413B-9DDF-BBC1FE36068B}">
      <dsp:nvSpPr>
        <dsp:cNvPr id="0" name=""/>
        <dsp:cNvSpPr/>
      </dsp:nvSpPr>
      <dsp:spPr>
        <a:xfrm>
          <a:off x="0" y="831353"/>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F4681B5-CD97-435B-8D0A-EB9FE65E03C5}">
      <dsp:nvSpPr>
        <dsp:cNvPr id="0" name=""/>
        <dsp:cNvSpPr/>
      </dsp:nvSpPr>
      <dsp:spPr>
        <a:xfrm>
          <a:off x="0" y="831353"/>
          <a:ext cx="10515600" cy="8289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Successfully queried a relational healthcare database using SQL. </a:t>
          </a:r>
        </a:p>
      </dsp:txBody>
      <dsp:txXfrm>
        <a:off x="0" y="831353"/>
        <a:ext cx="10515600" cy="828922"/>
      </dsp:txXfrm>
    </dsp:sp>
    <dsp:sp modelId="{D0D268ED-52E3-4752-82F4-FDF544B59740}">
      <dsp:nvSpPr>
        <dsp:cNvPr id="0" name=""/>
        <dsp:cNvSpPr/>
      </dsp:nvSpPr>
      <dsp:spPr>
        <a:xfrm>
          <a:off x="0" y="1660276"/>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BF1BD4-CCB7-4621-AE38-E16F7D6D506A}">
      <dsp:nvSpPr>
        <dsp:cNvPr id="0" name=""/>
        <dsp:cNvSpPr/>
      </dsp:nvSpPr>
      <dsp:spPr>
        <a:xfrm>
          <a:off x="0" y="1660276"/>
          <a:ext cx="10515600" cy="8289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Applied JOINs, aggregation, grouping, filtering, sorting, and ranking techniques. </a:t>
          </a:r>
        </a:p>
      </dsp:txBody>
      <dsp:txXfrm>
        <a:off x="0" y="1660276"/>
        <a:ext cx="10515600" cy="828922"/>
      </dsp:txXfrm>
    </dsp:sp>
    <dsp:sp modelId="{D9800472-245B-48B2-ABB3-44D47A05872B}">
      <dsp:nvSpPr>
        <dsp:cNvPr id="0" name=""/>
        <dsp:cNvSpPr/>
      </dsp:nvSpPr>
      <dsp:spPr>
        <a:xfrm>
          <a:off x="0" y="2489199"/>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2388176-E9A7-4060-AE5D-54F64949D7D0}">
      <dsp:nvSpPr>
        <dsp:cNvPr id="0" name=""/>
        <dsp:cNvSpPr/>
      </dsp:nvSpPr>
      <dsp:spPr>
        <a:xfrm>
          <a:off x="0" y="2489199"/>
          <a:ext cx="10515600" cy="8289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Generated actionable insights to support public health decision-making. </a:t>
          </a:r>
        </a:p>
      </dsp:txBody>
      <dsp:txXfrm>
        <a:off x="0" y="2489199"/>
        <a:ext cx="10515600" cy="828922"/>
      </dsp:txXfrm>
    </dsp:sp>
    <dsp:sp modelId="{A316B475-2281-46F5-804A-A85E2EA628AB}">
      <dsp:nvSpPr>
        <dsp:cNvPr id="0" name=""/>
        <dsp:cNvSpPr/>
      </dsp:nvSpPr>
      <dsp:spPr>
        <a:xfrm>
          <a:off x="0" y="3318122"/>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252C09D-F5FA-499B-9D45-DF84646A39E2}">
      <dsp:nvSpPr>
        <dsp:cNvPr id="0" name=""/>
        <dsp:cNvSpPr/>
      </dsp:nvSpPr>
      <dsp:spPr>
        <a:xfrm>
          <a:off x="0" y="3318122"/>
          <a:ext cx="10515600" cy="8289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b="1" kern="1200" dirty="0"/>
            <a:t>Recommendation</a:t>
          </a:r>
          <a:endParaRPr lang="en-US" sz="2400" kern="1200" dirty="0"/>
        </a:p>
      </dsp:txBody>
      <dsp:txXfrm>
        <a:off x="0" y="3318122"/>
        <a:ext cx="10515600" cy="828922"/>
      </dsp:txXfrm>
    </dsp:sp>
    <dsp:sp modelId="{97DF0DDB-EBA7-4681-AD7D-61688CE9F292}">
      <dsp:nvSpPr>
        <dsp:cNvPr id="0" name=""/>
        <dsp:cNvSpPr/>
      </dsp:nvSpPr>
      <dsp:spPr>
        <a:xfrm>
          <a:off x="0" y="4147045"/>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67F3617-2A35-4104-AD76-2B4E09B2816F}">
      <dsp:nvSpPr>
        <dsp:cNvPr id="0" name=""/>
        <dsp:cNvSpPr/>
      </dsp:nvSpPr>
      <dsp:spPr>
        <a:xfrm>
          <a:off x="0" y="4147045"/>
          <a:ext cx="10515600" cy="8289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Healthcare organizations should continue using SQL-driven analytics to monitor vaccination trends, identify underserved regions, and improve immunization program planning.</a:t>
          </a:r>
        </a:p>
      </dsp:txBody>
      <dsp:txXfrm>
        <a:off x="0" y="4147045"/>
        <a:ext cx="10515600" cy="828922"/>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44E54-5728-343C-F83E-D4686E807C9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FC5691D-55F1-495A-BCC9-4B51E8434C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EB326D-0010-CDCF-AA4C-434C2C5CE532}"/>
              </a:ext>
            </a:extLst>
          </p:cNvPr>
          <p:cNvSpPr>
            <a:spLocks noGrp="1"/>
          </p:cNvSpPr>
          <p:nvPr>
            <p:ph type="dt" sz="half" idx="10"/>
          </p:nvPr>
        </p:nvSpPr>
        <p:spPr/>
        <p:txBody>
          <a:bodyPr/>
          <a:lstStyle/>
          <a:p>
            <a:fld id="{58F222A6-0F74-47D4-BFA1-86B6446D7522}" type="datetimeFigureOut">
              <a:rPr lang="en-US" smtClean="0"/>
              <a:t>7/14/2026</a:t>
            </a:fld>
            <a:endParaRPr lang="en-US"/>
          </a:p>
        </p:txBody>
      </p:sp>
      <p:sp>
        <p:nvSpPr>
          <p:cNvPr id="5" name="Footer Placeholder 4">
            <a:extLst>
              <a:ext uri="{FF2B5EF4-FFF2-40B4-BE49-F238E27FC236}">
                <a16:creationId xmlns:a16="http://schemas.microsoft.com/office/drawing/2014/main" id="{EF0D86BB-BF28-DCCF-A601-AB699944C2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6F7B7F6-081F-1681-911B-0FF9D63AD7FB}"/>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90354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D0CA62-44CD-26E2-D918-69F7B5AE02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4919E5-0371-A36E-93EC-0AFCA36F6F6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02833C-4494-6054-F32F-F3017977F194}"/>
              </a:ext>
            </a:extLst>
          </p:cNvPr>
          <p:cNvSpPr>
            <a:spLocks noGrp="1"/>
          </p:cNvSpPr>
          <p:nvPr>
            <p:ph type="dt" sz="half" idx="10"/>
          </p:nvPr>
        </p:nvSpPr>
        <p:spPr/>
        <p:txBody>
          <a:bodyPr/>
          <a:lstStyle/>
          <a:p>
            <a:fld id="{58F222A6-0F74-47D4-BFA1-86B6446D7522}" type="datetimeFigureOut">
              <a:rPr lang="en-US" smtClean="0"/>
              <a:t>7/14/2026</a:t>
            </a:fld>
            <a:endParaRPr lang="en-US"/>
          </a:p>
        </p:txBody>
      </p:sp>
      <p:sp>
        <p:nvSpPr>
          <p:cNvPr id="5" name="Footer Placeholder 4">
            <a:extLst>
              <a:ext uri="{FF2B5EF4-FFF2-40B4-BE49-F238E27FC236}">
                <a16:creationId xmlns:a16="http://schemas.microsoft.com/office/drawing/2014/main" id="{209C03F8-4033-1665-AEEE-3500E105FE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290C23-33BE-D696-4C89-4755B9A00757}"/>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40088994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9B8FC-E2A4-F0D8-4182-CEE4DB54AE7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FCCDF09-3D79-5199-0E61-AB784303FFC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42C8F04-F2AA-0C1C-7BCF-7D21E28FC1D3}"/>
              </a:ext>
            </a:extLst>
          </p:cNvPr>
          <p:cNvSpPr>
            <a:spLocks noGrp="1"/>
          </p:cNvSpPr>
          <p:nvPr>
            <p:ph type="dt" sz="half" idx="10"/>
          </p:nvPr>
        </p:nvSpPr>
        <p:spPr/>
        <p:txBody>
          <a:bodyPr/>
          <a:lstStyle/>
          <a:p>
            <a:fld id="{58F222A6-0F74-47D4-BFA1-86B6446D7522}" type="datetimeFigureOut">
              <a:rPr lang="en-US" smtClean="0"/>
              <a:t>7/14/2026</a:t>
            </a:fld>
            <a:endParaRPr lang="en-US"/>
          </a:p>
        </p:txBody>
      </p:sp>
      <p:sp>
        <p:nvSpPr>
          <p:cNvPr id="5" name="Footer Placeholder 4">
            <a:extLst>
              <a:ext uri="{FF2B5EF4-FFF2-40B4-BE49-F238E27FC236}">
                <a16:creationId xmlns:a16="http://schemas.microsoft.com/office/drawing/2014/main" id="{5AC51F57-93D1-2E8A-809F-2BE7B8697B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69DC4A-08C4-A869-1AA5-BEA16368C7DD}"/>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820406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913CF-2478-CD3C-B621-0EE54D8152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E338B9C-72DF-06DC-3220-892B2493D41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954106-CC39-EF16-D040-11F24B91AE9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49A346-8479-2CF6-1399-64AEC6FC49E9}"/>
              </a:ext>
            </a:extLst>
          </p:cNvPr>
          <p:cNvSpPr>
            <a:spLocks noGrp="1"/>
          </p:cNvSpPr>
          <p:nvPr>
            <p:ph type="dt" sz="half" idx="10"/>
          </p:nvPr>
        </p:nvSpPr>
        <p:spPr/>
        <p:txBody>
          <a:bodyPr/>
          <a:lstStyle/>
          <a:p>
            <a:fld id="{58F222A6-0F74-47D4-BFA1-86B6446D7522}" type="datetimeFigureOut">
              <a:rPr lang="en-US" smtClean="0"/>
              <a:t>7/14/2026</a:t>
            </a:fld>
            <a:endParaRPr lang="en-US"/>
          </a:p>
        </p:txBody>
      </p:sp>
      <p:sp>
        <p:nvSpPr>
          <p:cNvPr id="6" name="Footer Placeholder 5">
            <a:extLst>
              <a:ext uri="{FF2B5EF4-FFF2-40B4-BE49-F238E27FC236}">
                <a16:creationId xmlns:a16="http://schemas.microsoft.com/office/drawing/2014/main" id="{730BFC31-A7BF-CAC2-BA27-9E0E705B17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063FC7-7A89-B431-3826-8DFD3125BEA2}"/>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2593473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AC200-31E6-4F88-C47A-EF1D6E928E7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E028981-9849-F01A-38F6-2A4F829628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0F1F92-0C0A-891E-D1D6-4DE0B0A6B6D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B061A1-80D7-378A-FA55-48418AEEF2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431F27-667C-E5B3-4BD4-4210E4D45A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CEA0751-F221-5412-F7B2-1A004BE8891E}"/>
              </a:ext>
            </a:extLst>
          </p:cNvPr>
          <p:cNvSpPr>
            <a:spLocks noGrp="1"/>
          </p:cNvSpPr>
          <p:nvPr>
            <p:ph type="dt" sz="half" idx="10"/>
          </p:nvPr>
        </p:nvSpPr>
        <p:spPr/>
        <p:txBody>
          <a:bodyPr/>
          <a:lstStyle/>
          <a:p>
            <a:fld id="{58F222A6-0F74-47D4-BFA1-86B6446D7522}" type="datetimeFigureOut">
              <a:rPr lang="en-US" smtClean="0"/>
              <a:t>7/14/2026</a:t>
            </a:fld>
            <a:endParaRPr lang="en-US"/>
          </a:p>
        </p:txBody>
      </p:sp>
      <p:sp>
        <p:nvSpPr>
          <p:cNvPr id="8" name="Footer Placeholder 7">
            <a:extLst>
              <a:ext uri="{FF2B5EF4-FFF2-40B4-BE49-F238E27FC236}">
                <a16:creationId xmlns:a16="http://schemas.microsoft.com/office/drawing/2014/main" id="{80FD03DE-6CB3-A079-5D96-21DBB090358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B982ED-8441-3EEE-2E13-82E0BA573E99}"/>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1775101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33261-4BCC-AD4B-CE4F-CFBC4276FB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5C73683-CD67-1BB1-29D3-DC9690AD9739}"/>
              </a:ext>
            </a:extLst>
          </p:cNvPr>
          <p:cNvSpPr>
            <a:spLocks noGrp="1"/>
          </p:cNvSpPr>
          <p:nvPr>
            <p:ph type="dt" sz="half" idx="10"/>
          </p:nvPr>
        </p:nvSpPr>
        <p:spPr/>
        <p:txBody>
          <a:bodyPr/>
          <a:lstStyle/>
          <a:p>
            <a:fld id="{58F222A6-0F74-47D4-BFA1-86B6446D7522}" type="datetimeFigureOut">
              <a:rPr lang="en-US" smtClean="0"/>
              <a:t>7/14/2026</a:t>
            </a:fld>
            <a:endParaRPr lang="en-US"/>
          </a:p>
        </p:txBody>
      </p:sp>
      <p:sp>
        <p:nvSpPr>
          <p:cNvPr id="4" name="Footer Placeholder 3">
            <a:extLst>
              <a:ext uri="{FF2B5EF4-FFF2-40B4-BE49-F238E27FC236}">
                <a16:creationId xmlns:a16="http://schemas.microsoft.com/office/drawing/2014/main" id="{EE41EC26-2835-6C08-B680-BADD51EBD03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8B9089D-71BD-D4A0-B635-815A964836C2}"/>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6863290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84B823-47A9-C0AA-B95C-F06E70E48190}"/>
              </a:ext>
            </a:extLst>
          </p:cNvPr>
          <p:cNvSpPr>
            <a:spLocks noGrp="1"/>
          </p:cNvSpPr>
          <p:nvPr>
            <p:ph type="dt" sz="half" idx="10"/>
          </p:nvPr>
        </p:nvSpPr>
        <p:spPr/>
        <p:txBody>
          <a:bodyPr/>
          <a:lstStyle/>
          <a:p>
            <a:fld id="{58F222A6-0F74-47D4-BFA1-86B6446D7522}" type="datetimeFigureOut">
              <a:rPr lang="en-US" smtClean="0"/>
              <a:t>7/14/2026</a:t>
            </a:fld>
            <a:endParaRPr lang="en-US"/>
          </a:p>
        </p:txBody>
      </p:sp>
      <p:sp>
        <p:nvSpPr>
          <p:cNvPr id="3" name="Footer Placeholder 2">
            <a:extLst>
              <a:ext uri="{FF2B5EF4-FFF2-40B4-BE49-F238E27FC236}">
                <a16:creationId xmlns:a16="http://schemas.microsoft.com/office/drawing/2014/main" id="{88477859-DCBE-ED2E-B99E-689D1D5B15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277D54-9ADB-E09E-E848-11E51F9AA67D}"/>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31451479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BD59B-F781-0FC8-3B9C-E85102A938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CFB62CF-B162-74DF-C2AA-212D10CD42C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724D65-4CB5-0077-9003-3174C49545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24E56B-900E-C461-F6D9-9E5D508F4503}"/>
              </a:ext>
            </a:extLst>
          </p:cNvPr>
          <p:cNvSpPr>
            <a:spLocks noGrp="1"/>
          </p:cNvSpPr>
          <p:nvPr>
            <p:ph type="dt" sz="half" idx="10"/>
          </p:nvPr>
        </p:nvSpPr>
        <p:spPr/>
        <p:txBody>
          <a:bodyPr/>
          <a:lstStyle/>
          <a:p>
            <a:fld id="{58F222A6-0F74-47D4-BFA1-86B6446D7522}" type="datetimeFigureOut">
              <a:rPr lang="en-US" smtClean="0"/>
              <a:t>7/14/2026</a:t>
            </a:fld>
            <a:endParaRPr lang="en-US"/>
          </a:p>
        </p:txBody>
      </p:sp>
      <p:sp>
        <p:nvSpPr>
          <p:cNvPr id="6" name="Footer Placeholder 5">
            <a:extLst>
              <a:ext uri="{FF2B5EF4-FFF2-40B4-BE49-F238E27FC236}">
                <a16:creationId xmlns:a16="http://schemas.microsoft.com/office/drawing/2014/main" id="{E8ED9AEC-FA65-76CE-CC33-067A827EF1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FE42A3-40B6-1808-7C4E-B3877CB76141}"/>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1139752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4CDFD-E868-0963-0AF3-9BD3F97DBF0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7D4D5B3-4D3A-AB9A-462B-3C2E1F05C2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AA2B074-36E0-1929-7EAE-E3B03A2708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F51E080-DE95-3D8B-0488-F9764C82C8AC}"/>
              </a:ext>
            </a:extLst>
          </p:cNvPr>
          <p:cNvSpPr>
            <a:spLocks noGrp="1"/>
          </p:cNvSpPr>
          <p:nvPr>
            <p:ph type="dt" sz="half" idx="10"/>
          </p:nvPr>
        </p:nvSpPr>
        <p:spPr/>
        <p:txBody>
          <a:bodyPr/>
          <a:lstStyle/>
          <a:p>
            <a:fld id="{58F222A6-0F74-47D4-BFA1-86B6446D7522}" type="datetimeFigureOut">
              <a:rPr lang="en-US" smtClean="0"/>
              <a:t>7/14/2026</a:t>
            </a:fld>
            <a:endParaRPr lang="en-US"/>
          </a:p>
        </p:txBody>
      </p:sp>
      <p:sp>
        <p:nvSpPr>
          <p:cNvPr id="6" name="Footer Placeholder 5">
            <a:extLst>
              <a:ext uri="{FF2B5EF4-FFF2-40B4-BE49-F238E27FC236}">
                <a16:creationId xmlns:a16="http://schemas.microsoft.com/office/drawing/2014/main" id="{A85B8ABA-A745-D74D-00C0-90AC858500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F4B2DC-89D4-E7EE-2A03-00066F1D99C3}"/>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37185043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E3377-1FA5-9ADB-A6D8-9927EDDBEBB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0B3B4EA-DF6F-88FE-6E5A-5787D1427BD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FA6B1D-B107-76DD-FFFD-634D8E19C83E}"/>
              </a:ext>
            </a:extLst>
          </p:cNvPr>
          <p:cNvSpPr>
            <a:spLocks noGrp="1"/>
          </p:cNvSpPr>
          <p:nvPr>
            <p:ph type="dt" sz="half" idx="10"/>
          </p:nvPr>
        </p:nvSpPr>
        <p:spPr/>
        <p:txBody>
          <a:bodyPr/>
          <a:lstStyle/>
          <a:p>
            <a:fld id="{58F222A6-0F74-47D4-BFA1-86B6446D7522}" type="datetimeFigureOut">
              <a:rPr lang="en-US" smtClean="0"/>
              <a:t>7/14/2026</a:t>
            </a:fld>
            <a:endParaRPr lang="en-US"/>
          </a:p>
        </p:txBody>
      </p:sp>
      <p:sp>
        <p:nvSpPr>
          <p:cNvPr id="5" name="Footer Placeholder 4">
            <a:extLst>
              <a:ext uri="{FF2B5EF4-FFF2-40B4-BE49-F238E27FC236}">
                <a16:creationId xmlns:a16="http://schemas.microsoft.com/office/drawing/2014/main" id="{BB524015-79C0-2EFC-7427-AB748A9570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9FB8E5-C78E-6993-3B5A-DDDED7AD8A51}"/>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29587511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06EFE21-86EA-5C52-13D6-09CAFC062FC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56A6A12-2E3E-2D3B-258E-9D39ECFBF3A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F0C40E-01AC-ECC4-0F0B-1611B05562BD}"/>
              </a:ext>
            </a:extLst>
          </p:cNvPr>
          <p:cNvSpPr>
            <a:spLocks noGrp="1"/>
          </p:cNvSpPr>
          <p:nvPr>
            <p:ph type="dt" sz="half" idx="10"/>
          </p:nvPr>
        </p:nvSpPr>
        <p:spPr/>
        <p:txBody>
          <a:bodyPr/>
          <a:lstStyle/>
          <a:p>
            <a:fld id="{58F222A6-0F74-47D4-BFA1-86B6446D7522}" type="datetimeFigureOut">
              <a:rPr lang="en-US" smtClean="0"/>
              <a:t>7/14/2026</a:t>
            </a:fld>
            <a:endParaRPr lang="en-US"/>
          </a:p>
        </p:txBody>
      </p:sp>
      <p:sp>
        <p:nvSpPr>
          <p:cNvPr id="5" name="Footer Placeholder 4">
            <a:extLst>
              <a:ext uri="{FF2B5EF4-FFF2-40B4-BE49-F238E27FC236}">
                <a16:creationId xmlns:a16="http://schemas.microsoft.com/office/drawing/2014/main" id="{94AABB96-3EA3-085E-7C97-DE4BCF5D3F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E45B94-D8BB-6723-F8E6-E41F2B8C808D}"/>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1557788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FCC3E0-CAAF-E7B3-A06B-CA8D20640B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DE3456E-6C5D-4818-AD45-4E3130D12CD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A08BAC-404C-443D-99E3-63240C7A5F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F222A6-0F74-47D4-BFA1-86B6446D7522}" type="datetimeFigureOut">
              <a:rPr lang="en-US" smtClean="0"/>
              <a:t>7/14/2026</a:t>
            </a:fld>
            <a:endParaRPr lang="en-US"/>
          </a:p>
        </p:txBody>
      </p:sp>
      <p:sp>
        <p:nvSpPr>
          <p:cNvPr id="5" name="Footer Placeholder 4">
            <a:extLst>
              <a:ext uri="{FF2B5EF4-FFF2-40B4-BE49-F238E27FC236}">
                <a16:creationId xmlns:a16="http://schemas.microsoft.com/office/drawing/2014/main" id="{8912D054-A363-F023-1A6C-1C9FF0D24B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23E7CA8-EC91-95FD-7E3D-5DAE320265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27C29F7-4AF4-4ADD-AA4A-8988136193D7}" type="slidenum">
              <a:rPr lang="en-US" smtClean="0"/>
              <a:t>‹#›</a:t>
            </a:fld>
            <a:endParaRPr lang="en-US"/>
          </a:p>
        </p:txBody>
      </p:sp>
    </p:spTree>
    <p:extLst>
      <p:ext uri="{BB962C8B-B14F-4D97-AF65-F5344CB8AC3E}">
        <p14:creationId xmlns:p14="http://schemas.microsoft.com/office/powerpoint/2010/main" val="4152360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5D7E0-2E91-E090-C759-0E4B37C21C64}"/>
              </a:ext>
            </a:extLst>
          </p:cNvPr>
          <p:cNvSpPr>
            <a:spLocks noGrp="1"/>
          </p:cNvSpPr>
          <p:nvPr>
            <p:ph type="ctrTitle"/>
          </p:nvPr>
        </p:nvSpPr>
        <p:spPr>
          <a:xfrm>
            <a:off x="5868557" y="1138036"/>
            <a:ext cx="5444382" cy="1402470"/>
          </a:xfrm>
        </p:spPr>
        <p:txBody>
          <a:bodyPr vert="horz" lIns="91440" tIns="45720" rIns="91440" bIns="45720" rtlCol="0" anchor="t">
            <a:normAutofit/>
          </a:bodyPr>
          <a:lstStyle/>
          <a:p>
            <a:pPr algn="l"/>
            <a:r>
              <a:rPr lang="en-US" sz="3200" b="1" dirty="0">
                <a:solidFill>
                  <a:schemeClr val="tx2">
                    <a:lumMod val="75000"/>
                    <a:lumOff val="25000"/>
                  </a:schemeClr>
                </a:solidFill>
              </a:rPr>
              <a:t>Healthcare Analysis SQL Capstone</a:t>
            </a:r>
          </a:p>
        </p:txBody>
      </p:sp>
      <p:pic>
        <p:nvPicPr>
          <p:cNvPr id="16" name="Picture 15" descr="Pipette filling tray with sample">
            <a:extLst>
              <a:ext uri="{FF2B5EF4-FFF2-40B4-BE49-F238E27FC236}">
                <a16:creationId xmlns:a16="http://schemas.microsoft.com/office/drawing/2014/main" id="{EEDADAC4-B39D-FC9A-F0B7-5613BBD76A8E}"/>
              </a:ext>
            </a:extLst>
          </p:cNvPr>
          <p:cNvPicPr>
            <a:picLocks noChangeAspect="1"/>
          </p:cNvPicPr>
          <p:nvPr/>
        </p:nvPicPr>
        <p:blipFill>
          <a:blip r:embed="rId2"/>
          <a:srcRect l="14596" r="35266" b="-1"/>
          <a:stretch>
            <a:fillRect/>
          </a:stretch>
        </p:blipFill>
        <p:spPr>
          <a:xfrm>
            <a:off x="-1" y="10"/>
            <a:ext cx="5151179" cy="6857990"/>
          </a:xfrm>
          <a:prstGeom prst="rect">
            <a:avLst/>
          </a:prstGeom>
        </p:spPr>
      </p:pic>
      <p:cxnSp>
        <p:nvCxnSpPr>
          <p:cNvPr id="17" name="Straight Connector 16">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3BFE2738-2938-131A-DAB6-9CB891FFC123}"/>
              </a:ext>
            </a:extLst>
          </p:cNvPr>
          <p:cNvSpPr>
            <a:spLocks noGrp="1"/>
          </p:cNvSpPr>
          <p:nvPr>
            <p:ph type="subTitle" idx="1"/>
          </p:nvPr>
        </p:nvSpPr>
        <p:spPr>
          <a:xfrm>
            <a:off x="5868557" y="2551176"/>
            <a:ext cx="5444382" cy="3591207"/>
          </a:xfrm>
        </p:spPr>
        <p:txBody>
          <a:bodyPr vert="horz" lIns="91440" tIns="45720" rIns="91440" bIns="45720" rtlCol="0">
            <a:normAutofit/>
          </a:bodyPr>
          <a:lstStyle/>
          <a:p>
            <a:pPr indent="-228600" algn="l">
              <a:buFont typeface="Arial" panose="020B0604020202020204" pitchFamily="34" charset="0"/>
              <a:buChar char="•"/>
            </a:pPr>
            <a:r>
              <a:rPr lang="en-US" sz="2000" b="1" dirty="0"/>
              <a:t>Immunization Program Performance Across Asia</a:t>
            </a:r>
          </a:p>
          <a:p>
            <a:pPr indent="-228600" algn="l">
              <a:buFont typeface="Arial" panose="020B0604020202020204" pitchFamily="34" charset="0"/>
              <a:buChar char="•"/>
            </a:pPr>
            <a:endParaRPr lang="en-US" sz="2000" b="1" dirty="0"/>
          </a:p>
          <a:p>
            <a:pPr indent="-228600" algn="l">
              <a:buFont typeface="Arial" panose="020B0604020202020204" pitchFamily="34" charset="0"/>
              <a:buChar char="•"/>
            </a:pPr>
            <a:r>
              <a:rPr lang="en-US" sz="2000" b="1" dirty="0"/>
              <a:t>Prepared By: </a:t>
            </a:r>
            <a:r>
              <a:rPr lang="en-US" sz="2000" dirty="0"/>
              <a:t>Stella Sirleaf</a:t>
            </a:r>
          </a:p>
          <a:p>
            <a:pPr indent="-228600" algn="l">
              <a:buFont typeface="Arial" panose="020B0604020202020204" pitchFamily="34" charset="0"/>
              <a:buChar char="•"/>
            </a:pPr>
            <a:endParaRPr lang="en-US" sz="2000" dirty="0"/>
          </a:p>
          <a:p>
            <a:pPr indent="-228600" algn="l">
              <a:buFont typeface="Arial" panose="020B0604020202020204" pitchFamily="34" charset="0"/>
              <a:buChar char="•"/>
            </a:pPr>
            <a:r>
              <a:rPr lang="en-US" sz="2000" b="1" dirty="0"/>
              <a:t>Tools Used: </a:t>
            </a:r>
          </a:p>
          <a:p>
            <a:pPr marL="342900" indent="-228600" algn="l">
              <a:buFont typeface="Arial" panose="020B0604020202020204" pitchFamily="34" charset="0"/>
              <a:buChar char="•"/>
            </a:pPr>
            <a:r>
              <a:rPr lang="en-US" sz="2000" dirty="0"/>
              <a:t>PostgreSQL</a:t>
            </a:r>
          </a:p>
          <a:p>
            <a:pPr marL="342900" indent="-228600" algn="l">
              <a:buFont typeface="Arial" panose="020B0604020202020204" pitchFamily="34" charset="0"/>
              <a:buChar char="•"/>
            </a:pPr>
            <a:r>
              <a:rPr lang="en-US" sz="2000" dirty="0"/>
              <a:t>PgAdmin4</a:t>
            </a:r>
          </a:p>
          <a:p>
            <a:pPr marL="342900" indent="-228600" algn="l">
              <a:buFont typeface="Arial" panose="020B0604020202020204" pitchFamily="34" charset="0"/>
              <a:buChar char="•"/>
            </a:pPr>
            <a:r>
              <a:rPr lang="en-US" sz="2000" dirty="0"/>
              <a:t>SQL</a:t>
            </a:r>
          </a:p>
        </p:txBody>
      </p:sp>
    </p:spTree>
    <p:extLst>
      <p:ext uri="{BB962C8B-B14F-4D97-AF65-F5344CB8AC3E}">
        <p14:creationId xmlns:p14="http://schemas.microsoft.com/office/powerpoint/2010/main" val="2909097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8" name="Rectangle 1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Rectangle 1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32F865-25B7-308A-9A7C-B27FFD526D4F}"/>
              </a:ext>
            </a:extLst>
          </p:cNvPr>
          <p:cNvSpPr>
            <a:spLocks noGrp="1"/>
          </p:cNvSpPr>
          <p:nvPr>
            <p:ph type="title"/>
          </p:nvPr>
        </p:nvSpPr>
        <p:spPr>
          <a:xfrm>
            <a:off x="1043631" y="809898"/>
            <a:ext cx="9942716" cy="1554480"/>
          </a:xfrm>
        </p:spPr>
        <p:txBody>
          <a:bodyPr anchor="ctr">
            <a:normAutofit/>
          </a:bodyPr>
          <a:lstStyle/>
          <a:p>
            <a:br>
              <a:rPr lang="en-US" sz="3400" b="1" dirty="0">
                <a:solidFill>
                  <a:schemeClr val="tx2">
                    <a:lumMod val="75000"/>
                    <a:lumOff val="25000"/>
                  </a:schemeClr>
                </a:solidFill>
              </a:rPr>
            </a:br>
            <a:r>
              <a:rPr lang="en-US" sz="3400" b="1" dirty="0">
                <a:solidFill>
                  <a:schemeClr val="tx2">
                    <a:lumMod val="75000"/>
                    <a:lumOff val="25000"/>
                  </a:schemeClr>
                </a:solidFill>
              </a:rPr>
              <a:t>Project Background</a:t>
            </a:r>
            <a:br>
              <a:rPr lang="en-US" sz="3400" b="1" dirty="0">
                <a:solidFill>
                  <a:schemeClr val="tx2">
                    <a:lumMod val="75000"/>
                    <a:lumOff val="25000"/>
                  </a:schemeClr>
                </a:solidFill>
              </a:rPr>
            </a:br>
            <a:endParaRPr lang="en-US" sz="3400" dirty="0">
              <a:solidFill>
                <a:schemeClr val="tx2">
                  <a:lumMod val="75000"/>
                  <a:lumOff val="25000"/>
                </a:schemeClr>
              </a:solidFill>
            </a:endParaRPr>
          </a:p>
        </p:txBody>
      </p:sp>
      <p:sp>
        <p:nvSpPr>
          <p:cNvPr id="21" name="Content Placeholder 2">
            <a:extLst>
              <a:ext uri="{FF2B5EF4-FFF2-40B4-BE49-F238E27FC236}">
                <a16:creationId xmlns:a16="http://schemas.microsoft.com/office/drawing/2014/main" id="{0A9CB956-26E8-A490-3785-368D1AF63314}"/>
              </a:ext>
            </a:extLst>
          </p:cNvPr>
          <p:cNvSpPr>
            <a:spLocks noGrp="1"/>
          </p:cNvSpPr>
          <p:nvPr>
            <p:ph idx="1"/>
          </p:nvPr>
        </p:nvSpPr>
        <p:spPr>
          <a:xfrm>
            <a:off x="1045028" y="3017522"/>
            <a:ext cx="9941319" cy="3124658"/>
          </a:xfrm>
        </p:spPr>
        <p:txBody>
          <a:bodyPr anchor="ctr">
            <a:normAutofit/>
          </a:bodyPr>
          <a:lstStyle/>
          <a:p>
            <a:pPr marL="0" indent="0">
              <a:buNone/>
            </a:pPr>
            <a:endParaRPr lang="en-US" sz="2000" b="1" dirty="0"/>
          </a:p>
          <a:p>
            <a:r>
              <a:rPr lang="en-US" sz="2000" b="1" dirty="0"/>
              <a:t>Business Problem</a:t>
            </a:r>
          </a:p>
          <a:p>
            <a:pPr marL="0" indent="0">
              <a:buNone/>
            </a:pPr>
            <a:r>
              <a:rPr lang="en-US" sz="2000" dirty="0"/>
              <a:t>The Ministry of Health wanted to evaluate immunization programs across Asian countries to understand vaccination trends and support public health decision-making.</a:t>
            </a:r>
          </a:p>
          <a:p>
            <a:pPr marL="0" indent="0">
              <a:buNone/>
            </a:pPr>
            <a:endParaRPr lang="en-US" sz="2000" dirty="0"/>
          </a:p>
          <a:p>
            <a:r>
              <a:rPr lang="en-US" sz="2000" b="1" dirty="0"/>
              <a:t>Objective</a:t>
            </a:r>
          </a:p>
          <a:p>
            <a:pPr marL="0" indent="0">
              <a:buNone/>
            </a:pPr>
            <a:r>
              <a:rPr lang="en-US" sz="2000" dirty="0"/>
              <a:t>Use SQL to analyze immunization data and answer important business questions related to vaccine administration, country performance, and regional vaccination coverage.</a:t>
            </a:r>
          </a:p>
          <a:p>
            <a:endParaRPr 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8093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7" name="Picture 56">
            <a:extLst>
              <a:ext uri="{FF2B5EF4-FFF2-40B4-BE49-F238E27FC236}">
                <a16:creationId xmlns:a16="http://schemas.microsoft.com/office/drawing/2014/main" id="{126AEED7-2B31-5016-BA1E-C25ED853B26A}"/>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73" name="Rectangle 72">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FB32E1-6115-6BD4-264D-FD7EAF7D5811}"/>
              </a:ext>
            </a:extLst>
          </p:cNvPr>
          <p:cNvSpPr>
            <a:spLocks noGrp="1"/>
          </p:cNvSpPr>
          <p:nvPr>
            <p:ph type="title"/>
          </p:nvPr>
        </p:nvSpPr>
        <p:spPr>
          <a:xfrm>
            <a:off x="838200" y="365125"/>
            <a:ext cx="10515600" cy="1325563"/>
          </a:xfrm>
        </p:spPr>
        <p:txBody>
          <a:bodyPr>
            <a:normAutofit/>
          </a:bodyPr>
          <a:lstStyle/>
          <a:p>
            <a:r>
              <a:rPr lang="en-US" sz="3600" b="1" dirty="0">
                <a:solidFill>
                  <a:schemeClr val="tx2">
                    <a:lumMod val="75000"/>
                    <a:lumOff val="25000"/>
                  </a:schemeClr>
                </a:solidFill>
              </a:rPr>
              <a:t>Dataset Overview</a:t>
            </a:r>
          </a:p>
        </p:txBody>
      </p:sp>
      <p:graphicFrame>
        <p:nvGraphicFramePr>
          <p:cNvPr id="59" name="Content Placeholder 2">
            <a:extLst>
              <a:ext uri="{FF2B5EF4-FFF2-40B4-BE49-F238E27FC236}">
                <a16:creationId xmlns:a16="http://schemas.microsoft.com/office/drawing/2014/main" id="{444A7604-6D7B-0D56-BF1F-667FE9D3810F}"/>
              </a:ext>
            </a:extLst>
          </p:cNvPr>
          <p:cNvGraphicFramePr>
            <a:graphicFrameLocks noGrp="1"/>
          </p:cNvGraphicFramePr>
          <p:nvPr>
            <p:ph idx="1"/>
            <p:extLst>
              <p:ext uri="{D42A27DB-BD31-4B8C-83A1-F6EECF244321}">
                <p14:modId xmlns:p14="http://schemas.microsoft.com/office/powerpoint/2010/main" val="2003145864"/>
              </p:ext>
            </p:extLst>
          </p:nvPr>
        </p:nvGraphicFramePr>
        <p:xfrm>
          <a:off x="533400" y="1687512"/>
          <a:ext cx="11125200" cy="48053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3744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5EAFE936-AD7F-FDCC-508A-DFC87C525A62}"/>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45" name="Rectangle 44">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C95A2C-3AEE-54E8-E5C1-6AC24A0707B4}"/>
              </a:ext>
            </a:extLst>
          </p:cNvPr>
          <p:cNvSpPr>
            <a:spLocks noGrp="1"/>
          </p:cNvSpPr>
          <p:nvPr>
            <p:ph type="title"/>
          </p:nvPr>
        </p:nvSpPr>
        <p:spPr>
          <a:xfrm>
            <a:off x="838200" y="365125"/>
            <a:ext cx="10515600" cy="1325563"/>
          </a:xfrm>
        </p:spPr>
        <p:txBody>
          <a:bodyPr>
            <a:normAutofit/>
          </a:bodyPr>
          <a:lstStyle/>
          <a:p>
            <a:r>
              <a:rPr lang="en-US" sz="3200" b="1" dirty="0">
                <a:solidFill>
                  <a:schemeClr val="tx2">
                    <a:lumMod val="75000"/>
                    <a:lumOff val="25000"/>
                  </a:schemeClr>
                </a:solidFill>
              </a:rPr>
              <a:t>SQL Skills Demonstrated</a:t>
            </a:r>
          </a:p>
        </p:txBody>
      </p:sp>
      <p:graphicFrame>
        <p:nvGraphicFramePr>
          <p:cNvPr id="21" name="Content Placeholder 2">
            <a:extLst>
              <a:ext uri="{FF2B5EF4-FFF2-40B4-BE49-F238E27FC236}">
                <a16:creationId xmlns:a16="http://schemas.microsoft.com/office/drawing/2014/main" id="{3FB1BB68-2A76-18AC-461C-FD6A8C2B6AE9}"/>
              </a:ext>
            </a:extLst>
          </p:cNvPr>
          <p:cNvGraphicFramePr>
            <a:graphicFrameLocks noGrp="1"/>
          </p:cNvGraphicFramePr>
          <p:nvPr>
            <p:ph idx="1"/>
            <p:extLst>
              <p:ext uri="{D42A27DB-BD31-4B8C-83A1-F6EECF244321}">
                <p14:modId xmlns:p14="http://schemas.microsoft.com/office/powerpoint/2010/main" val="122080850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6394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1" name="Rectangle 3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8718B2-B828-BC19-D0B4-1AC996B5C89A}"/>
              </a:ext>
            </a:extLst>
          </p:cNvPr>
          <p:cNvSpPr>
            <a:spLocks noGrp="1"/>
          </p:cNvSpPr>
          <p:nvPr>
            <p:ph type="title"/>
          </p:nvPr>
        </p:nvSpPr>
        <p:spPr>
          <a:xfrm>
            <a:off x="1043631" y="809898"/>
            <a:ext cx="9942716" cy="1554480"/>
          </a:xfrm>
        </p:spPr>
        <p:txBody>
          <a:bodyPr anchor="ctr">
            <a:normAutofit fontScale="90000"/>
          </a:bodyPr>
          <a:lstStyle/>
          <a:p>
            <a:br>
              <a:rPr lang="en-US" sz="3600" b="1" dirty="0">
                <a:solidFill>
                  <a:schemeClr val="tx2">
                    <a:lumMod val="75000"/>
                    <a:lumOff val="25000"/>
                  </a:schemeClr>
                </a:solidFill>
              </a:rPr>
            </a:br>
            <a:r>
              <a:rPr lang="en-US" sz="3600" b="1" dirty="0">
                <a:solidFill>
                  <a:schemeClr val="tx2">
                    <a:lumMod val="75000"/>
                    <a:lumOff val="25000"/>
                  </a:schemeClr>
                </a:solidFill>
              </a:rPr>
              <a:t>Business Questions Answered</a:t>
            </a:r>
            <a:br>
              <a:rPr lang="en-US" sz="4800" b="1" dirty="0">
                <a:solidFill>
                  <a:schemeClr val="tx2">
                    <a:lumMod val="75000"/>
                    <a:lumOff val="25000"/>
                  </a:schemeClr>
                </a:solidFill>
              </a:rPr>
            </a:br>
            <a:endParaRPr lang="en-US" sz="4800" dirty="0">
              <a:solidFill>
                <a:schemeClr val="tx2">
                  <a:lumMod val="75000"/>
                  <a:lumOff val="25000"/>
                </a:schemeClr>
              </a:solidFill>
            </a:endParaRPr>
          </a:p>
        </p:txBody>
      </p:sp>
      <p:graphicFrame>
        <p:nvGraphicFramePr>
          <p:cNvPr id="19" name="Content Placeholder 2">
            <a:extLst>
              <a:ext uri="{FF2B5EF4-FFF2-40B4-BE49-F238E27FC236}">
                <a16:creationId xmlns:a16="http://schemas.microsoft.com/office/drawing/2014/main" id="{342E7A0D-1790-D9CB-DDE7-ECFC7C618D57}"/>
              </a:ext>
            </a:extLst>
          </p:cNvPr>
          <p:cNvGraphicFramePr>
            <a:graphicFrameLocks noGrp="1"/>
          </p:cNvGraphicFramePr>
          <p:nvPr>
            <p:ph idx="1"/>
            <p:extLst>
              <p:ext uri="{D42A27DB-BD31-4B8C-83A1-F6EECF244321}">
                <p14:modId xmlns:p14="http://schemas.microsoft.com/office/powerpoint/2010/main" val="3513557630"/>
              </p:ext>
            </p:extLst>
          </p:nvPr>
        </p:nvGraphicFramePr>
        <p:xfrm>
          <a:off x="1045028" y="3017522"/>
          <a:ext cx="9941319" cy="3124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32" name="Straight Connector 3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71502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AC700A-BC85-6878-5F35-E7899CB74725}"/>
              </a:ext>
            </a:extLst>
          </p:cNvPr>
          <p:cNvSpPr>
            <a:spLocks noGrp="1"/>
          </p:cNvSpPr>
          <p:nvPr>
            <p:ph type="title"/>
          </p:nvPr>
        </p:nvSpPr>
        <p:spPr>
          <a:xfrm>
            <a:off x="838200" y="365125"/>
            <a:ext cx="10515600" cy="595699"/>
          </a:xfrm>
        </p:spPr>
        <p:txBody>
          <a:bodyPr>
            <a:normAutofit/>
          </a:bodyPr>
          <a:lstStyle/>
          <a:p>
            <a:r>
              <a:rPr lang="en-US" sz="3200" b="1" dirty="0">
                <a:solidFill>
                  <a:schemeClr val="tx2">
                    <a:lumMod val="75000"/>
                    <a:lumOff val="25000"/>
                  </a:schemeClr>
                </a:solidFill>
              </a:rPr>
              <a:t>Question 1</a:t>
            </a:r>
          </a:p>
        </p:txBody>
      </p:sp>
      <p:sp>
        <p:nvSpPr>
          <p:cNvPr id="3" name="Content Placeholder 2">
            <a:extLst>
              <a:ext uri="{FF2B5EF4-FFF2-40B4-BE49-F238E27FC236}">
                <a16:creationId xmlns:a16="http://schemas.microsoft.com/office/drawing/2014/main" id="{CF8ADFD5-8D8B-0041-0129-3BD1A1EFF31C}"/>
              </a:ext>
            </a:extLst>
          </p:cNvPr>
          <p:cNvSpPr>
            <a:spLocks noGrp="1"/>
          </p:cNvSpPr>
          <p:nvPr>
            <p:ph idx="1"/>
          </p:nvPr>
        </p:nvSpPr>
        <p:spPr>
          <a:xfrm>
            <a:off x="728932" y="1071563"/>
            <a:ext cx="10515600" cy="5083969"/>
          </a:xfrm>
        </p:spPr>
        <p:txBody>
          <a:bodyPr/>
          <a:lstStyle/>
          <a:p>
            <a:r>
              <a:rPr lang="en-US" sz="2000" b="1" dirty="0"/>
              <a:t>Which Vaccine Was Administered the Most?</a:t>
            </a:r>
          </a:p>
          <a:p>
            <a:pPr marL="0" indent="0">
              <a:buNone/>
            </a:pPr>
            <a:r>
              <a:rPr lang="en-US" sz="1800" b="1" dirty="0"/>
              <a:t>SQL Query</a:t>
            </a:r>
          </a:p>
        </p:txBody>
      </p:sp>
      <p:pic>
        <p:nvPicPr>
          <p:cNvPr id="7" name="Picture 6" descr="The provided text is a snippet of an SQL query designed to retrieve the name of the most administered vaccine from a table named 'immunization_records', showing the total number of vaccinations for each vaccine, sorted in descending order, and limited to the top result.&#10;&#10;AI-generated content may be incorrect.">
            <a:extLst>
              <a:ext uri="{FF2B5EF4-FFF2-40B4-BE49-F238E27FC236}">
                <a16:creationId xmlns:a16="http://schemas.microsoft.com/office/drawing/2014/main" id="{C38BB604-BBDD-9898-5234-879B71827C2E}"/>
              </a:ext>
            </a:extLst>
          </p:cNvPr>
          <p:cNvPicPr>
            <a:picLocks noChangeAspect="1"/>
          </p:cNvPicPr>
          <p:nvPr/>
        </p:nvPicPr>
        <p:blipFill>
          <a:blip r:embed="rId2"/>
          <a:stretch>
            <a:fillRect/>
          </a:stretch>
        </p:blipFill>
        <p:spPr>
          <a:xfrm>
            <a:off x="792192" y="2076450"/>
            <a:ext cx="8020050" cy="1809750"/>
          </a:xfrm>
          <a:prstGeom prst="rect">
            <a:avLst/>
          </a:prstGeom>
        </p:spPr>
      </p:pic>
      <p:pic>
        <p:nvPicPr>
          <p:cNvPr id="9" name="Picture 8" descr="The image displays a data table with columns for notifications and vaccine names, showing the total number of influenza vaccinations as 5,685,000.">
            <a:extLst>
              <a:ext uri="{FF2B5EF4-FFF2-40B4-BE49-F238E27FC236}">
                <a16:creationId xmlns:a16="http://schemas.microsoft.com/office/drawing/2014/main" id="{CB505196-467A-822E-E4AF-AFE3646DD00E}"/>
              </a:ext>
            </a:extLst>
          </p:cNvPr>
          <p:cNvPicPr>
            <a:picLocks noChangeAspect="1"/>
          </p:cNvPicPr>
          <p:nvPr/>
        </p:nvPicPr>
        <p:blipFill>
          <a:blip r:embed="rId3"/>
          <a:stretch>
            <a:fillRect/>
          </a:stretch>
        </p:blipFill>
        <p:spPr>
          <a:xfrm>
            <a:off x="792192" y="4486274"/>
            <a:ext cx="8020050" cy="1218661"/>
          </a:xfrm>
          <a:prstGeom prst="rect">
            <a:avLst/>
          </a:prstGeom>
        </p:spPr>
      </p:pic>
      <p:sp>
        <p:nvSpPr>
          <p:cNvPr id="11" name="TextBox 10">
            <a:extLst>
              <a:ext uri="{FF2B5EF4-FFF2-40B4-BE49-F238E27FC236}">
                <a16:creationId xmlns:a16="http://schemas.microsoft.com/office/drawing/2014/main" id="{116AF3C7-F79E-1B29-D2AF-C5FA60989FCE}"/>
              </a:ext>
            </a:extLst>
          </p:cNvPr>
          <p:cNvSpPr txBox="1"/>
          <p:nvPr/>
        </p:nvSpPr>
        <p:spPr>
          <a:xfrm>
            <a:off x="792192" y="5832276"/>
            <a:ext cx="10607616" cy="923330"/>
          </a:xfrm>
          <a:prstGeom prst="rect">
            <a:avLst/>
          </a:prstGeom>
          <a:noFill/>
        </p:spPr>
        <p:txBody>
          <a:bodyPr wrap="square">
            <a:spAutoFit/>
          </a:bodyPr>
          <a:lstStyle/>
          <a:p>
            <a:pPr>
              <a:buNone/>
            </a:pPr>
            <a:r>
              <a:rPr lang="en-US" b="1" dirty="0"/>
              <a:t>Business Insight</a:t>
            </a:r>
          </a:p>
          <a:p>
            <a:pPr>
              <a:buNone/>
            </a:pPr>
            <a:r>
              <a:rPr lang="en-US" dirty="0"/>
              <a:t>Influenza recorded the highest number of vaccinations across the dataset, suggesting it was the most widely administered vaccine during the reporting period.</a:t>
            </a:r>
          </a:p>
        </p:txBody>
      </p:sp>
      <p:sp>
        <p:nvSpPr>
          <p:cNvPr id="13" name="TextBox 12">
            <a:extLst>
              <a:ext uri="{FF2B5EF4-FFF2-40B4-BE49-F238E27FC236}">
                <a16:creationId xmlns:a16="http://schemas.microsoft.com/office/drawing/2014/main" id="{52F74EBE-4CFA-421F-D4ED-EBB0DB8E6AB8}"/>
              </a:ext>
            </a:extLst>
          </p:cNvPr>
          <p:cNvSpPr txBox="1"/>
          <p:nvPr/>
        </p:nvSpPr>
        <p:spPr>
          <a:xfrm>
            <a:off x="728932" y="4086164"/>
            <a:ext cx="2447925" cy="369332"/>
          </a:xfrm>
          <a:prstGeom prst="rect">
            <a:avLst/>
          </a:prstGeom>
          <a:noFill/>
        </p:spPr>
        <p:txBody>
          <a:bodyPr wrap="square" rtlCol="0">
            <a:spAutoFit/>
          </a:bodyPr>
          <a:lstStyle/>
          <a:p>
            <a:r>
              <a:rPr lang="en-US" b="1" dirty="0"/>
              <a:t>Result</a:t>
            </a:r>
          </a:p>
        </p:txBody>
      </p:sp>
    </p:spTree>
    <p:extLst>
      <p:ext uri="{BB962C8B-B14F-4D97-AF65-F5344CB8AC3E}">
        <p14:creationId xmlns:p14="http://schemas.microsoft.com/office/powerpoint/2010/main" val="465374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6D2B2-B835-CF82-5C91-A9B7B02653CC}"/>
              </a:ext>
            </a:extLst>
          </p:cNvPr>
          <p:cNvSpPr>
            <a:spLocks noGrp="1"/>
          </p:cNvSpPr>
          <p:nvPr>
            <p:ph type="title"/>
          </p:nvPr>
        </p:nvSpPr>
        <p:spPr>
          <a:xfrm>
            <a:off x="838200" y="365125"/>
            <a:ext cx="10515600" cy="865577"/>
          </a:xfrm>
        </p:spPr>
        <p:txBody>
          <a:bodyPr>
            <a:normAutofit/>
          </a:bodyPr>
          <a:lstStyle/>
          <a:p>
            <a:r>
              <a:rPr lang="en-US" sz="3200" b="1" dirty="0">
                <a:solidFill>
                  <a:schemeClr val="tx2">
                    <a:lumMod val="75000"/>
                    <a:lumOff val="25000"/>
                  </a:schemeClr>
                </a:solidFill>
              </a:rPr>
              <a:t>Question 2</a:t>
            </a:r>
          </a:p>
        </p:txBody>
      </p:sp>
      <p:sp>
        <p:nvSpPr>
          <p:cNvPr id="3" name="Content Placeholder 2">
            <a:extLst>
              <a:ext uri="{FF2B5EF4-FFF2-40B4-BE49-F238E27FC236}">
                <a16:creationId xmlns:a16="http://schemas.microsoft.com/office/drawing/2014/main" id="{2388CD12-A9BA-4B47-5602-B35AEDC3FE38}"/>
              </a:ext>
            </a:extLst>
          </p:cNvPr>
          <p:cNvSpPr>
            <a:spLocks noGrp="1"/>
          </p:cNvSpPr>
          <p:nvPr>
            <p:ph idx="1"/>
          </p:nvPr>
        </p:nvSpPr>
        <p:spPr>
          <a:xfrm>
            <a:off x="514350" y="1230702"/>
            <a:ext cx="10839450" cy="5322498"/>
          </a:xfrm>
        </p:spPr>
        <p:txBody>
          <a:bodyPr/>
          <a:lstStyle/>
          <a:p>
            <a:r>
              <a:rPr lang="en-US" sz="2000" b="1" dirty="0"/>
              <a:t>Which Countries Administered the Highest Number of Vaccinations?</a:t>
            </a:r>
          </a:p>
          <a:p>
            <a:pPr marL="0" indent="0">
              <a:buNone/>
            </a:pPr>
            <a:r>
              <a:rPr lang="en-US" sz="1800" b="1" dirty="0"/>
              <a:t>     SQL Query</a:t>
            </a:r>
          </a:p>
          <a:p>
            <a:pPr marL="0" indent="0">
              <a:buNone/>
            </a:pPr>
            <a:endParaRPr lang="en-US" dirty="0"/>
          </a:p>
        </p:txBody>
      </p:sp>
      <p:pic>
        <p:nvPicPr>
          <p:cNvPr id="5" name="Picture 4" descr="The SQL query retrieves a list of countries and their total vaccinations, sorted by the number of vaccinations in descending order.">
            <a:extLst>
              <a:ext uri="{FF2B5EF4-FFF2-40B4-BE49-F238E27FC236}">
                <a16:creationId xmlns:a16="http://schemas.microsoft.com/office/drawing/2014/main" id="{8D521484-2E18-2DBB-C215-8778A88618B1}"/>
              </a:ext>
            </a:extLst>
          </p:cNvPr>
          <p:cNvPicPr>
            <a:picLocks noChangeAspect="1"/>
          </p:cNvPicPr>
          <p:nvPr/>
        </p:nvPicPr>
        <p:blipFill>
          <a:blip r:embed="rId2"/>
          <a:stretch>
            <a:fillRect/>
          </a:stretch>
        </p:blipFill>
        <p:spPr>
          <a:xfrm>
            <a:off x="773035" y="2067689"/>
            <a:ext cx="8813788" cy="1719532"/>
          </a:xfrm>
          <a:prstGeom prst="rect">
            <a:avLst/>
          </a:prstGeom>
        </p:spPr>
      </p:pic>
      <p:pic>
        <p:nvPicPr>
          <p:cNvPr id="7" name="Picture 6" descr="The image displays a table listing various countries and their respective total vaccination numbers.&#10;&#10;AI-generated content may be incorrect.">
            <a:extLst>
              <a:ext uri="{FF2B5EF4-FFF2-40B4-BE49-F238E27FC236}">
                <a16:creationId xmlns:a16="http://schemas.microsoft.com/office/drawing/2014/main" id="{3A20CF26-2EB4-AADA-4DF0-F743768A2E1F}"/>
              </a:ext>
            </a:extLst>
          </p:cNvPr>
          <p:cNvPicPr>
            <a:picLocks noChangeAspect="1"/>
          </p:cNvPicPr>
          <p:nvPr/>
        </p:nvPicPr>
        <p:blipFill>
          <a:blip r:embed="rId3"/>
          <a:stretch>
            <a:fillRect/>
          </a:stretch>
        </p:blipFill>
        <p:spPr>
          <a:xfrm>
            <a:off x="773035" y="4324605"/>
            <a:ext cx="5406092" cy="1719532"/>
          </a:xfrm>
          <a:prstGeom prst="rect">
            <a:avLst/>
          </a:prstGeom>
        </p:spPr>
      </p:pic>
      <p:sp>
        <p:nvSpPr>
          <p:cNvPr id="9" name="TextBox 8">
            <a:extLst>
              <a:ext uri="{FF2B5EF4-FFF2-40B4-BE49-F238E27FC236}">
                <a16:creationId xmlns:a16="http://schemas.microsoft.com/office/drawing/2014/main" id="{4B49E12E-11E6-9C1B-EC88-208AEF26710F}"/>
              </a:ext>
            </a:extLst>
          </p:cNvPr>
          <p:cNvSpPr txBox="1"/>
          <p:nvPr/>
        </p:nvSpPr>
        <p:spPr>
          <a:xfrm>
            <a:off x="6276220" y="4354108"/>
            <a:ext cx="6096000" cy="1477328"/>
          </a:xfrm>
          <a:prstGeom prst="rect">
            <a:avLst/>
          </a:prstGeom>
          <a:noFill/>
        </p:spPr>
        <p:txBody>
          <a:bodyPr wrap="square">
            <a:spAutoFit/>
          </a:bodyPr>
          <a:lstStyle/>
          <a:p>
            <a:pPr>
              <a:buNone/>
            </a:pPr>
            <a:r>
              <a:rPr lang="en-US" b="1" dirty="0"/>
              <a:t>Business Insight</a:t>
            </a:r>
          </a:p>
          <a:p>
            <a:pPr>
              <a:buNone/>
            </a:pPr>
            <a:r>
              <a:rPr lang="en-US" dirty="0"/>
              <a:t>The countries with the highest vaccination totals demonstrate strong immunization program performance and may reflect higher population coverage or greater vaccine demand.</a:t>
            </a:r>
          </a:p>
        </p:txBody>
      </p:sp>
      <p:sp>
        <p:nvSpPr>
          <p:cNvPr id="11" name="TextBox 10">
            <a:extLst>
              <a:ext uri="{FF2B5EF4-FFF2-40B4-BE49-F238E27FC236}">
                <a16:creationId xmlns:a16="http://schemas.microsoft.com/office/drawing/2014/main" id="{C7097CCC-D348-F7C4-99C8-342B760EEBAC}"/>
              </a:ext>
            </a:extLst>
          </p:cNvPr>
          <p:cNvSpPr txBox="1"/>
          <p:nvPr/>
        </p:nvSpPr>
        <p:spPr>
          <a:xfrm>
            <a:off x="773035" y="3953998"/>
            <a:ext cx="2447925" cy="400110"/>
          </a:xfrm>
          <a:prstGeom prst="rect">
            <a:avLst/>
          </a:prstGeom>
          <a:noFill/>
        </p:spPr>
        <p:txBody>
          <a:bodyPr wrap="square" rtlCol="0">
            <a:spAutoFit/>
          </a:bodyPr>
          <a:lstStyle/>
          <a:p>
            <a:r>
              <a:rPr lang="en-US" sz="2000" b="1" dirty="0"/>
              <a:t>Result</a:t>
            </a:r>
          </a:p>
        </p:txBody>
      </p:sp>
    </p:spTree>
    <p:extLst>
      <p:ext uri="{BB962C8B-B14F-4D97-AF65-F5344CB8AC3E}">
        <p14:creationId xmlns:p14="http://schemas.microsoft.com/office/powerpoint/2010/main" val="23953192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D6E56-9287-F89A-5383-95B139C068D7}"/>
              </a:ext>
            </a:extLst>
          </p:cNvPr>
          <p:cNvSpPr>
            <a:spLocks noGrp="1"/>
          </p:cNvSpPr>
          <p:nvPr>
            <p:ph type="title"/>
          </p:nvPr>
        </p:nvSpPr>
        <p:spPr>
          <a:xfrm>
            <a:off x="724619" y="228576"/>
            <a:ext cx="10629181" cy="888581"/>
          </a:xfrm>
        </p:spPr>
        <p:txBody>
          <a:bodyPr>
            <a:normAutofit/>
          </a:bodyPr>
          <a:lstStyle/>
          <a:p>
            <a:r>
              <a:rPr lang="en-US" sz="3200" b="1" dirty="0">
                <a:solidFill>
                  <a:schemeClr val="tx2">
                    <a:lumMod val="75000"/>
                    <a:lumOff val="25000"/>
                  </a:schemeClr>
                </a:solidFill>
              </a:rPr>
              <a:t>Question 3 &amp; Question 4</a:t>
            </a:r>
          </a:p>
        </p:txBody>
      </p:sp>
      <p:sp>
        <p:nvSpPr>
          <p:cNvPr id="3" name="Content Placeholder 2">
            <a:extLst>
              <a:ext uri="{FF2B5EF4-FFF2-40B4-BE49-F238E27FC236}">
                <a16:creationId xmlns:a16="http://schemas.microsoft.com/office/drawing/2014/main" id="{0158A993-D1B6-D988-E256-1838B0BB11C7}"/>
              </a:ext>
            </a:extLst>
          </p:cNvPr>
          <p:cNvSpPr>
            <a:spLocks noGrp="1"/>
          </p:cNvSpPr>
          <p:nvPr>
            <p:ph idx="1"/>
          </p:nvPr>
        </p:nvSpPr>
        <p:spPr>
          <a:xfrm>
            <a:off x="838200" y="1150189"/>
            <a:ext cx="10515600" cy="5026774"/>
          </a:xfrm>
        </p:spPr>
        <p:txBody>
          <a:bodyPr>
            <a:normAutofit/>
          </a:bodyPr>
          <a:lstStyle/>
          <a:p>
            <a:r>
              <a:rPr lang="en-US" sz="2000" b="1" dirty="0"/>
              <a:t>Regions With More Than 500,000 Vaccinations</a:t>
            </a:r>
          </a:p>
          <a:p>
            <a:pPr marL="0" indent="0">
              <a:buNone/>
            </a:pPr>
            <a:r>
              <a:rPr lang="en-US" sz="1600" b="1" dirty="0"/>
              <a:t>SQL Query</a:t>
            </a:r>
          </a:p>
          <a:p>
            <a:endParaRPr lang="en-US" sz="1600" dirty="0"/>
          </a:p>
        </p:txBody>
      </p:sp>
      <p:pic>
        <p:nvPicPr>
          <p:cNvPr id="5" name="Picture 4" descr="The provided text appears to be a snippet of an SQL query designed to select regions from a database and sum the total vaccinations given in those regions, filtering for regions where the total number of vaccinations exceeds 500,000, and then ordering the results in descending order by the total number of vaccinations.&#10;&#10;AI-generated content may be incorrect.">
            <a:extLst>
              <a:ext uri="{FF2B5EF4-FFF2-40B4-BE49-F238E27FC236}">
                <a16:creationId xmlns:a16="http://schemas.microsoft.com/office/drawing/2014/main" id="{BE4F6BD1-3799-9904-C09F-2E92CBD8D4D0}"/>
              </a:ext>
            </a:extLst>
          </p:cNvPr>
          <p:cNvPicPr>
            <a:picLocks noChangeAspect="1"/>
          </p:cNvPicPr>
          <p:nvPr/>
        </p:nvPicPr>
        <p:blipFill>
          <a:blip r:embed="rId2"/>
          <a:stretch>
            <a:fillRect/>
          </a:stretch>
        </p:blipFill>
        <p:spPr>
          <a:xfrm>
            <a:off x="838200" y="1886521"/>
            <a:ext cx="10025332" cy="1713780"/>
          </a:xfrm>
          <a:prstGeom prst="rect">
            <a:avLst/>
          </a:prstGeom>
        </p:spPr>
      </p:pic>
      <p:pic>
        <p:nvPicPr>
          <p:cNvPr id="7" name="Picture 6" descr="The image displays a data table listing regions and their respective total vaccination counts, with columns for region names and numerical data.">
            <a:extLst>
              <a:ext uri="{FF2B5EF4-FFF2-40B4-BE49-F238E27FC236}">
                <a16:creationId xmlns:a16="http://schemas.microsoft.com/office/drawing/2014/main" id="{B3257A74-BA0B-F555-EBF6-4F64E8BCE18D}"/>
              </a:ext>
            </a:extLst>
          </p:cNvPr>
          <p:cNvPicPr>
            <a:picLocks noChangeAspect="1"/>
          </p:cNvPicPr>
          <p:nvPr/>
        </p:nvPicPr>
        <p:blipFill>
          <a:blip r:embed="rId3"/>
          <a:stretch>
            <a:fillRect/>
          </a:stretch>
        </p:blipFill>
        <p:spPr>
          <a:xfrm>
            <a:off x="768349" y="4214514"/>
            <a:ext cx="10025333" cy="1453431"/>
          </a:xfrm>
          <a:prstGeom prst="rect">
            <a:avLst/>
          </a:prstGeom>
        </p:spPr>
      </p:pic>
      <p:sp>
        <p:nvSpPr>
          <p:cNvPr id="9" name="TextBox 8">
            <a:extLst>
              <a:ext uri="{FF2B5EF4-FFF2-40B4-BE49-F238E27FC236}">
                <a16:creationId xmlns:a16="http://schemas.microsoft.com/office/drawing/2014/main" id="{50174437-D551-829D-B75A-C471B925C526}"/>
              </a:ext>
            </a:extLst>
          </p:cNvPr>
          <p:cNvSpPr txBox="1"/>
          <p:nvPr/>
        </p:nvSpPr>
        <p:spPr>
          <a:xfrm>
            <a:off x="673654" y="5793371"/>
            <a:ext cx="11312105" cy="923330"/>
          </a:xfrm>
          <a:prstGeom prst="rect">
            <a:avLst/>
          </a:prstGeom>
          <a:noFill/>
        </p:spPr>
        <p:txBody>
          <a:bodyPr wrap="square">
            <a:spAutoFit/>
          </a:bodyPr>
          <a:lstStyle/>
          <a:p>
            <a:pPr>
              <a:buNone/>
            </a:pPr>
            <a:r>
              <a:rPr lang="en-US" b="1" dirty="0"/>
              <a:t>Insight</a:t>
            </a:r>
          </a:p>
          <a:p>
            <a:pPr>
              <a:buNone/>
            </a:pPr>
            <a:r>
              <a:rPr lang="en-US" dirty="0"/>
              <a:t>Regions exceeding 500,000 vaccinations represent high-volume immunization programs that require continued support and monitoring.</a:t>
            </a:r>
          </a:p>
        </p:txBody>
      </p:sp>
      <p:sp>
        <p:nvSpPr>
          <p:cNvPr id="11" name="TextBox 10">
            <a:extLst>
              <a:ext uri="{FF2B5EF4-FFF2-40B4-BE49-F238E27FC236}">
                <a16:creationId xmlns:a16="http://schemas.microsoft.com/office/drawing/2014/main" id="{4CF1E950-0B47-C8CC-A657-B39854B1D0DA}"/>
              </a:ext>
            </a:extLst>
          </p:cNvPr>
          <p:cNvSpPr txBox="1"/>
          <p:nvPr/>
        </p:nvSpPr>
        <p:spPr>
          <a:xfrm>
            <a:off x="768349" y="3779119"/>
            <a:ext cx="2447925" cy="369332"/>
          </a:xfrm>
          <a:prstGeom prst="rect">
            <a:avLst/>
          </a:prstGeom>
          <a:noFill/>
        </p:spPr>
        <p:txBody>
          <a:bodyPr wrap="square" rtlCol="0">
            <a:spAutoFit/>
          </a:bodyPr>
          <a:lstStyle/>
          <a:p>
            <a:r>
              <a:rPr lang="en-US" b="1" dirty="0"/>
              <a:t>Result</a:t>
            </a:r>
          </a:p>
        </p:txBody>
      </p:sp>
    </p:spTree>
    <p:extLst>
      <p:ext uri="{BB962C8B-B14F-4D97-AF65-F5344CB8AC3E}">
        <p14:creationId xmlns:p14="http://schemas.microsoft.com/office/powerpoint/2010/main" val="38564598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8BC17D-EB1D-9E08-1ECF-03C06A2F956F}"/>
              </a:ext>
            </a:extLst>
          </p:cNvPr>
          <p:cNvSpPr>
            <a:spLocks noGrp="1"/>
          </p:cNvSpPr>
          <p:nvPr>
            <p:ph type="title"/>
          </p:nvPr>
        </p:nvSpPr>
        <p:spPr/>
        <p:txBody>
          <a:bodyPr>
            <a:normAutofit/>
          </a:bodyPr>
          <a:lstStyle/>
          <a:p>
            <a:r>
              <a:rPr lang="en-US" sz="3200" b="1" dirty="0">
                <a:solidFill>
                  <a:schemeClr val="tx2">
                    <a:lumMod val="75000"/>
                    <a:lumOff val="25000"/>
                  </a:schemeClr>
                </a:solidFill>
              </a:rPr>
              <a:t>Least Administered Vaccine</a:t>
            </a:r>
          </a:p>
        </p:txBody>
      </p:sp>
      <p:sp>
        <p:nvSpPr>
          <p:cNvPr id="3" name="Content Placeholder 2">
            <a:extLst>
              <a:ext uri="{FF2B5EF4-FFF2-40B4-BE49-F238E27FC236}">
                <a16:creationId xmlns:a16="http://schemas.microsoft.com/office/drawing/2014/main" id="{3FC94DD0-9DE8-E498-E2CE-B3E4E1F2C9C8}"/>
              </a:ext>
            </a:extLst>
          </p:cNvPr>
          <p:cNvSpPr>
            <a:spLocks noGrp="1"/>
          </p:cNvSpPr>
          <p:nvPr>
            <p:ph idx="1"/>
          </p:nvPr>
        </p:nvSpPr>
        <p:spPr>
          <a:xfrm>
            <a:off x="838200" y="1466850"/>
            <a:ext cx="10515600" cy="4710113"/>
          </a:xfrm>
        </p:spPr>
        <p:txBody>
          <a:bodyPr/>
          <a:lstStyle/>
          <a:p>
            <a:pPr marL="0" indent="0">
              <a:buNone/>
            </a:pPr>
            <a:r>
              <a:rPr lang="en-US" sz="1800" b="1" dirty="0"/>
              <a:t>SQL Query</a:t>
            </a:r>
          </a:p>
          <a:p>
            <a:pPr marL="0" indent="0">
              <a:buNone/>
            </a:pPr>
            <a:endParaRPr lang="en-US" dirty="0"/>
          </a:p>
        </p:txBody>
      </p:sp>
      <p:pic>
        <p:nvPicPr>
          <p:cNvPr id="5" name="Picture 4" descr="The image depicts a database query result displaying the name and total number of vaccinations for the vaccine with the least number of administrations.">
            <a:extLst>
              <a:ext uri="{FF2B5EF4-FFF2-40B4-BE49-F238E27FC236}">
                <a16:creationId xmlns:a16="http://schemas.microsoft.com/office/drawing/2014/main" id="{CACD4789-67F2-2F64-3FF6-FF4D1E788828}"/>
              </a:ext>
            </a:extLst>
          </p:cNvPr>
          <p:cNvPicPr>
            <a:picLocks noChangeAspect="1"/>
          </p:cNvPicPr>
          <p:nvPr/>
        </p:nvPicPr>
        <p:blipFill>
          <a:blip r:embed="rId2"/>
          <a:stretch>
            <a:fillRect/>
          </a:stretch>
        </p:blipFill>
        <p:spPr>
          <a:xfrm>
            <a:off x="886797" y="1846660"/>
            <a:ext cx="9585671" cy="1590697"/>
          </a:xfrm>
          <a:prstGeom prst="rect">
            <a:avLst/>
          </a:prstGeom>
        </p:spPr>
      </p:pic>
      <p:pic>
        <p:nvPicPr>
          <p:cNvPr id="7" name="Picture 6" descr="The image shows a database table with columns for messages, notifications, SQL, vaccine name, and total vaccinations, with sample data entries for a BCG vaccine totaling 2,000,000.&#10;&#10;AI-generated content may be incorrect.">
            <a:extLst>
              <a:ext uri="{FF2B5EF4-FFF2-40B4-BE49-F238E27FC236}">
                <a16:creationId xmlns:a16="http://schemas.microsoft.com/office/drawing/2014/main" id="{08A8E03E-C192-B0E3-D34E-E8A8352518DE}"/>
              </a:ext>
            </a:extLst>
          </p:cNvPr>
          <p:cNvPicPr>
            <a:picLocks noChangeAspect="1"/>
          </p:cNvPicPr>
          <p:nvPr/>
        </p:nvPicPr>
        <p:blipFill>
          <a:blip r:embed="rId3"/>
          <a:stretch>
            <a:fillRect/>
          </a:stretch>
        </p:blipFill>
        <p:spPr>
          <a:xfrm>
            <a:off x="846180" y="4153296"/>
            <a:ext cx="9585671" cy="1494534"/>
          </a:xfrm>
          <a:prstGeom prst="rect">
            <a:avLst/>
          </a:prstGeom>
        </p:spPr>
      </p:pic>
      <p:sp>
        <p:nvSpPr>
          <p:cNvPr id="9" name="TextBox 8">
            <a:extLst>
              <a:ext uri="{FF2B5EF4-FFF2-40B4-BE49-F238E27FC236}">
                <a16:creationId xmlns:a16="http://schemas.microsoft.com/office/drawing/2014/main" id="{B2215249-F351-AF91-96E6-26FE2C0CB9DA}"/>
              </a:ext>
            </a:extLst>
          </p:cNvPr>
          <p:cNvSpPr txBox="1"/>
          <p:nvPr/>
        </p:nvSpPr>
        <p:spPr>
          <a:xfrm>
            <a:off x="805565" y="5803802"/>
            <a:ext cx="9666903" cy="923330"/>
          </a:xfrm>
          <a:prstGeom prst="rect">
            <a:avLst/>
          </a:prstGeom>
          <a:noFill/>
        </p:spPr>
        <p:txBody>
          <a:bodyPr wrap="square">
            <a:spAutoFit/>
          </a:bodyPr>
          <a:lstStyle/>
          <a:p>
            <a:pPr>
              <a:buNone/>
            </a:pPr>
            <a:r>
              <a:rPr lang="en-US" b="1" dirty="0"/>
              <a:t>Insight</a:t>
            </a:r>
          </a:p>
          <a:p>
            <a:pPr>
              <a:buNone/>
            </a:pPr>
            <a:r>
              <a:rPr lang="en-US" dirty="0"/>
              <a:t>The least administered vaccine may indicate lower demand, limited distribution, or targeted immunization strategies.</a:t>
            </a:r>
          </a:p>
        </p:txBody>
      </p:sp>
      <p:sp>
        <p:nvSpPr>
          <p:cNvPr id="11" name="TextBox 10">
            <a:extLst>
              <a:ext uri="{FF2B5EF4-FFF2-40B4-BE49-F238E27FC236}">
                <a16:creationId xmlns:a16="http://schemas.microsoft.com/office/drawing/2014/main" id="{D9474689-2707-79D3-3F6A-98BCF522FD53}"/>
              </a:ext>
            </a:extLst>
          </p:cNvPr>
          <p:cNvSpPr txBox="1"/>
          <p:nvPr/>
        </p:nvSpPr>
        <p:spPr>
          <a:xfrm>
            <a:off x="846180" y="3635664"/>
            <a:ext cx="2447925" cy="369332"/>
          </a:xfrm>
          <a:prstGeom prst="rect">
            <a:avLst/>
          </a:prstGeom>
          <a:noFill/>
        </p:spPr>
        <p:txBody>
          <a:bodyPr wrap="square" rtlCol="0">
            <a:spAutoFit/>
          </a:bodyPr>
          <a:lstStyle/>
          <a:p>
            <a:r>
              <a:rPr lang="en-US" b="1" dirty="0"/>
              <a:t>Result</a:t>
            </a:r>
          </a:p>
        </p:txBody>
      </p:sp>
    </p:spTree>
    <p:extLst>
      <p:ext uri="{BB962C8B-B14F-4D97-AF65-F5344CB8AC3E}">
        <p14:creationId xmlns:p14="http://schemas.microsoft.com/office/powerpoint/2010/main" val="1204861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D684D-F815-E90A-4343-A0698E7C29C9}"/>
              </a:ext>
            </a:extLst>
          </p:cNvPr>
          <p:cNvSpPr>
            <a:spLocks noGrp="1"/>
          </p:cNvSpPr>
          <p:nvPr>
            <p:ph type="title"/>
          </p:nvPr>
        </p:nvSpPr>
        <p:spPr>
          <a:xfrm>
            <a:off x="838200" y="207963"/>
            <a:ext cx="10515600" cy="618452"/>
          </a:xfrm>
        </p:spPr>
        <p:txBody>
          <a:bodyPr>
            <a:normAutofit/>
          </a:bodyPr>
          <a:lstStyle/>
          <a:p>
            <a:r>
              <a:rPr lang="en-US" sz="3200" b="1" dirty="0">
                <a:solidFill>
                  <a:schemeClr val="tx2">
                    <a:lumMod val="75000"/>
                    <a:lumOff val="25000"/>
                  </a:schemeClr>
                </a:solidFill>
              </a:rPr>
              <a:t>Question 5</a:t>
            </a:r>
          </a:p>
        </p:txBody>
      </p:sp>
      <p:sp>
        <p:nvSpPr>
          <p:cNvPr id="3" name="Content Placeholder 2">
            <a:extLst>
              <a:ext uri="{FF2B5EF4-FFF2-40B4-BE49-F238E27FC236}">
                <a16:creationId xmlns:a16="http://schemas.microsoft.com/office/drawing/2014/main" id="{DA68EEAC-08F9-9D8B-893F-30CA503865AA}"/>
              </a:ext>
            </a:extLst>
          </p:cNvPr>
          <p:cNvSpPr>
            <a:spLocks noGrp="1"/>
          </p:cNvSpPr>
          <p:nvPr>
            <p:ph idx="1"/>
          </p:nvPr>
        </p:nvSpPr>
        <p:spPr>
          <a:xfrm>
            <a:off x="838200" y="971550"/>
            <a:ext cx="10515600" cy="5205413"/>
          </a:xfrm>
        </p:spPr>
        <p:txBody>
          <a:bodyPr/>
          <a:lstStyle/>
          <a:p>
            <a:r>
              <a:rPr lang="en-US" sz="2000" b="1" dirty="0"/>
              <a:t>Countries With the Highest Average Vaccinations Per Report</a:t>
            </a:r>
          </a:p>
          <a:p>
            <a:pPr marL="0" indent="0">
              <a:buNone/>
            </a:pPr>
            <a:r>
              <a:rPr lang="en-US" sz="1800" b="1" dirty="0"/>
              <a:t>SQL Query</a:t>
            </a:r>
          </a:p>
          <a:p>
            <a:pPr marL="0" indent="0">
              <a:buNone/>
            </a:pPr>
            <a:endParaRPr lang="en-US" dirty="0"/>
          </a:p>
        </p:txBody>
      </p:sp>
      <p:pic>
        <p:nvPicPr>
          <p:cNvPr id="5" name="Picture 4" descr="The image displays a SQL query that retrieves the average number of vaccinations given per country, grouped by country names and sorted in descending order.&#10;&#10;AI-generated content may be incorrect.">
            <a:extLst>
              <a:ext uri="{FF2B5EF4-FFF2-40B4-BE49-F238E27FC236}">
                <a16:creationId xmlns:a16="http://schemas.microsoft.com/office/drawing/2014/main" id="{7D4B3F1A-5A33-F3FC-8C1E-A15EFDE1DA34}"/>
              </a:ext>
            </a:extLst>
          </p:cNvPr>
          <p:cNvPicPr>
            <a:picLocks noChangeAspect="1"/>
          </p:cNvPicPr>
          <p:nvPr/>
        </p:nvPicPr>
        <p:blipFill>
          <a:blip r:embed="rId2"/>
          <a:stretch>
            <a:fillRect/>
          </a:stretch>
        </p:blipFill>
        <p:spPr>
          <a:xfrm>
            <a:off x="838200" y="1752600"/>
            <a:ext cx="9663112" cy="1785149"/>
          </a:xfrm>
          <a:prstGeom prst="rect">
            <a:avLst/>
          </a:prstGeom>
        </p:spPr>
      </p:pic>
      <p:pic>
        <p:nvPicPr>
          <p:cNvPr id="7" name="Picture 6" descr="The image displays a table listing countries with their corresponding average vaccination numbers.&#10;&#10;AI-generated content may be incorrect.">
            <a:extLst>
              <a:ext uri="{FF2B5EF4-FFF2-40B4-BE49-F238E27FC236}">
                <a16:creationId xmlns:a16="http://schemas.microsoft.com/office/drawing/2014/main" id="{88DA8C7E-0084-E48B-9F83-689213E27B60}"/>
              </a:ext>
            </a:extLst>
          </p:cNvPr>
          <p:cNvPicPr>
            <a:picLocks noChangeAspect="1"/>
          </p:cNvPicPr>
          <p:nvPr/>
        </p:nvPicPr>
        <p:blipFill>
          <a:blip r:embed="rId3"/>
          <a:stretch>
            <a:fillRect/>
          </a:stretch>
        </p:blipFill>
        <p:spPr>
          <a:xfrm>
            <a:off x="838200" y="4197350"/>
            <a:ext cx="6691312" cy="2343150"/>
          </a:xfrm>
          <a:prstGeom prst="rect">
            <a:avLst/>
          </a:prstGeom>
        </p:spPr>
      </p:pic>
      <p:sp>
        <p:nvSpPr>
          <p:cNvPr id="9" name="TextBox 8">
            <a:extLst>
              <a:ext uri="{FF2B5EF4-FFF2-40B4-BE49-F238E27FC236}">
                <a16:creationId xmlns:a16="http://schemas.microsoft.com/office/drawing/2014/main" id="{0F14EDF4-A044-DF50-7F72-02C23ED696D9}"/>
              </a:ext>
            </a:extLst>
          </p:cNvPr>
          <p:cNvSpPr txBox="1"/>
          <p:nvPr/>
        </p:nvSpPr>
        <p:spPr>
          <a:xfrm>
            <a:off x="7649965" y="3984550"/>
            <a:ext cx="4542035" cy="1477328"/>
          </a:xfrm>
          <a:prstGeom prst="rect">
            <a:avLst/>
          </a:prstGeom>
          <a:noFill/>
        </p:spPr>
        <p:txBody>
          <a:bodyPr wrap="square">
            <a:spAutoFit/>
          </a:bodyPr>
          <a:lstStyle/>
          <a:p>
            <a:pPr>
              <a:buNone/>
            </a:pPr>
            <a:r>
              <a:rPr lang="en-US" b="1" dirty="0"/>
              <a:t>Business Insight</a:t>
            </a:r>
          </a:p>
          <a:p>
            <a:pPr>
              <a:buNone/>
            </a:pPr>
            <a:r>
              <a:rPr lang="en-US" dirty="0"/>
              <a:t>Countries with the highest average vaccinations per report demonstrate consistent vaccine administration across reporting periods.</a:t>
            </a:r>
          </a:p>
        </p:txBody>
      </p:sp>
      <p:sp>
        <p:nvSpPr>
          <p:cNvPr id="11" name="TextBox 10">
            <a:extLst>
              <a:ext uri="{FF2B5EF4-FFF2-40B4-BE49-F238E27FC236}">
                <a16:creationId xmlns:a16="http://schemas.microsoft.com/office/drawing/2014/main" id="{75E2DFDE-BA0E-4F52-4F4A-8E104E204F42}"/>
              </a:ext>
            </a:extLst>
          </p:cNvPr>
          <p:cNvSpPr txBox="1"/>
          <p:nvPr/>
        </p:nvSpPr>
        <p:spPr>
          <a:xfrm>
            <a:off x="743147" y="3682883"/>
            <a:ext cx="2447925" cy="369332"/>
          </a:xfrm>
          <a:prstGeom prst="rect">
            <a:avLst/>
          </a:prstGeom>
          <a:noFill/>
        </p:spPr>
        <p:txBody>
          <a:bodyPr wrap="square" rtlCol="0">
            <a:spAutoFit/>
          </a:bodyPr>
          <a:lstStyle/>
          <a:p>
            <a:r>
              <a:rPr lang="en-US" b="1" dirty="0"/>
              <a:t>Result</a:t>
            </a:r>
          </a:p>
        </p:txBody>
      </p:sp>
    </p:spTree>
    <p:extLst>
      <p:ext uri="{BB962C8B-B14F-4D97-AF65-F5344CB8AC3E}">
        <p14:creationId xmlns:p14="http://schemas.microsoft.com/office/powerpoint/2010/main" val="16848618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9CDB4-DFB1-662F-D534-5274FFB05D33}"/>
              </a:ext>
            </a:extLst>
          </p:cNvPr>
          <p:cNvSpPr>
            <a:spLocks noGrp="1"/>
          </p:cNvSpPr>
          <p:nvPr>
            <p:ph type="title"/>
          </p:nvPr>
        </p:nvSpPr>
        <p:spPr/>
        <p:txBody>
          <a:bodyPr>
            <a:normAutofit/>
          </a:bodyPr>
          <a:lstStyle/>
          <a:p>
            <a:r>
              <a:rPr lang="en-US" sz="4000" b="1" dirty="0">
                <a:solidFill>
                  <a:schemeClr val="tx2">
                    <a:lumMod val="75000"/>
                    <a:lumOff val="25000"/>
                  </a:schemeClr>
                </a:solidFill>
              </a:rPr>
              <a:t>Conclusion</a:t>
            </a:r>
          </a:p>
        </p:txBody>
      </p:sp>
      <p:graphicFrame>
        <p:nvGraphicFramePr>
          <p:cNvPr id="5" name="Content Placeholder 2">
            <a:extLst>
              <a:ext uri="{FF2B5EF4-FFF2-40B4-BE49-F238E27FC236}">
                <a16:creationId xmlns:a16="http://schemas.microsoft.com/office/drawing/2014/main" id="{7F43530B-14D8-ED0C-14BD-C1D2D0A19992}"/>
              </a:ext>
            </a:extLst>
          </p:cNvPr>
          <p:cNvGraphicFramePr>
            <a:graphicFrameLocks noGrp="1"/>
          </p:cNvGraphicFramePr>
          <p:nvPr>
            <p:ph idx="1"/>
            <p:extLst>
              <p:ext uri="{D42A27DB-BD31-4B8C-83A1-F6EECF244321}">
                <p14:modId xmlns:p14="http://schemas.microsoft.com/office/powerpoint/2010/main" val="8266274"/>
              </p:ext>
            </p:extLst>
          </p:nvPr>
        </p:nvGraphicFramePr>
        <p:xfrm>
          <a:off x="838200" y="1587500"/>
          <a:ext cx="10515600" cy="4978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66206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1743</TotalTime>
  <Words>439</Words>
  <Application>Microsoft Office PowerPoint</Application>
  <PresentationFormat>Widescreen</PresentationFormat>
  <Paragraphs>92</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Healthcare Analysis SQL Capstone</vt:lpstr>
      <vt:lpstr> Project Background </vt:lpstr>
      <vt:lpstr>Dataset Overview</vt:lpstr>
      <vt:lpstr>SQL Skills Demonstrated</vt:lpstr>
      <vt:lpstr> Business Questions Answered </vt:lpstr>
      <vt:lpstr>Question 1</vt:lpstr>
      <vt:lpstr>Question 2</vt:lpstr>
      <vt:lpstr>Question 3 &amp; Question 4</vt:lpstr>
      <vt:lpstr>Least Administered Vaccine</vt:lpstr>
      <vt:lpstr>Question 5</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melvin sirleaf</dc:creator>
  <cp:lastModifiedBy>melvin sirleaf</cp:lastModifiedBy>
  <cp:revision>1</cp:revision>
  <dcterms:created xsi:type="dcterms:W3CDTF">2026-07-14T19:55:46Z</dcterms:created>
  <dcterms:modified xsi:type="dcterms:W3CDTF">2026-07-16T00:58:57Z</dcterms:modified>
</cp:coreProperties>
</file>