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7" r:id="rId8"/>
    <p:sldId id="262" r:id="rId9"/>
    <p:sldId id="268" r:id="rId10"/>
    <p:sldId id="263" r:id="rId11"/>
    <p:sldId id="269" r:id="rId12"/>
    <p:sldId id="264" r:id="rId13"/>
    <p:sldId id="270" r:id="rId14"/>
    <p:sldId id="265" r:id="rId15"/>
    <p:sldId id="271" r:id="rId16"/>
    <p:sldId id="266"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481AB31-9FCF-44FA-A838-A2491479B63A}" v="69" dt="2026-07-18T11:48:52.4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94660"/>
  </p:normalViewPr>
  <p:slideViewPr>
    <p:cSldViewPr snapToGrid="0">
      <p:cViewPr varScale="1">
        <p:scale>
          <a:sx n="83" d="100"/>
          <a:sy n="83" d="100"/>
        </p:scale>
        <p:origin x="39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lvin sirleaf" userId="0e3fd1f203cc1720" providerId="LiveId" clId="{EEB4745E-E5F3-4E77-990C-5E5B0457FBAC}"/>
    <pc:docChg chg="undo custSel addSld modSld">
      <pc:chgData name="melvin sirleaf" userId="0e3fd1f203cc1720" providerId="LiveId" clId="{EEB4745E-E5F3-4E77-990C-5E5B0457FBAC}" dt="2026-07-18T12:17:55.825" v="619" actId="20577"/>
      <pc:docMkLst>
        <pc:docMk/>
      </pc:docMkLst>
      <pc:sldChg chg="addSp delSp modSp mod setBg">
        <pc:chgData name="melvin sirleaf" userId="0e3fd1f203cc1720" providerId="LiveId" clId="{EEB4745E-E5F3-4E77-990C-5E5B0457FBAC}" dt="2026-07-18T12:17:55.825" v="619" actId="20577"/>
        <pc:sldMkLst>
          <pc:docMk/>
          <pc:sldMk cId="2909097943" sldId="256"/>
        </pc:sldMkLst>
        <pc:spChg chg="mod">
          <ac:chgData name="melvin sirleaf" userId="0e3fd1f203cc1720" providerId="LiveId" clId="{EEB4745E-E5F3-4E77-990C-5E5B0457FBAC}" dt="2026-07-16T00:58:06.695" v="252" actId="207"/>
          <ac:spMkLst>
            <pc:docMk/>
            <pc:sldMk cId="2909097943" sldId="256"/>
            <ac:spMk id="2" creationId="{5095D7E0-2E91-E090-C759-0E4B37C21C64}"/>
          </ac:spMkLst>
        </pc:spChg>
        <pc:spChg chg="mod">
          <ac:chgData name="melvin sirleaf" userId="0e3fd1f203cc1720" providerId="LiveId" clId="{EEB4745E-E5F3-4E77-990C-5E5B0457FBAC}" dt="2026-07-18T12:17:55.825" v="619" actId="20577"/>
          <ac:spMkLst>
            <pc:docMk/>
            <pc:sldMk cId="2909097943" sldId="256"/>
            <ac:spMk id="3" creationId="{3BFE2738-2938-131A-DAB6-9CB891FFC123}"/>
          </ac:spMkLst>
        </pc:spChg>
        <pc:picChg chg="add">
          <ac:chgData name="melvin sirleaf" userId="0e3fd1f203cc1720" providerId="LiveId" clId="{EEB4745E-E5F3-4E77-990C-5E5B0457FBAC}" dt="2026-07-16T00:22:33.942" v="71" actId="26606"/>
          <ac:picMkLst>
            <pc:docMk/>
            <pc:sldMk cId="2909097943" sldId="256"/>
            <ac:picMk id="16" creationId="{EEDADAC4-B39D-FC9A-F0B7-5613BBD76A8E}"/>
          </ac:picMkLst>
        </pc:picChg>
        <pc:cxnChg chg="add">
          <ac:chgData name="melvin sirleaf" userId="0e3fd1f203cc1720" providerId="LiveId" clId="{EEB4745E-E5F3-4E77-990C-5E5B0457FBAC}" dt="2026-07-16T00:22:33.942" v="71" actId="26606"/>
          <ac:cxnSpMkLst>
            <pc:docMk/>
            <pc:sldMk cId="2909097943" sldId="256"/>
            <ac:cxnSpMk id="17" creationId="{1503BFE4-729B-D9D0-C17B-501E6AF1127A}"/>
          </ac:cxnSpMkLst>
        </pc:cxnChg>
      </pc:sldChg>
      <pc:sldChg chg="addSp delSp modSp mod setBg">
        <pc:chgData name="melvin sirleaf" userId="0e3fd1f203cc1720" providerId="LiveId" clId="{EEB4745E-E5F3-4E77-990C-5E5B0457FBAC}" dt="2026-07-16T00:57:57.871" v="251" actId="207"/>
        <pc:sldMkLst>
          <pc:docMk/>
          <pc:sldMk cId="1984809300" sldId="257"/>
        </pc:sldMkLst>
        <pc:spChg chg="mod">
          <ac:chgData name="melvin sirleaf" userId="0e3fd1f203cc1720" providerId="LiveId" clId="{EEB4745E-E5F3-4E77-990C-5E5B0457FBAC}" dt="2026-07-16T00:57:57.871" v="251" actId="207"/>
          <ac:spMkLst>
            <pc:docMk/>
            <pc:sldMk cId="1984809300" sldId="257"/>
            <ac:spMk id="2" creationId="{FE32F865-25B7-308A-9A7C-B27FFD526D4F}"/>
          </ac:spMkLst>
        </pc:spChg>
        <pc:spChg chg="add">
          <ac:chgData name="melvin sirleaf" userId="0e3fd1f203cc1720" providerId="LiveId" clId="{EEB4745E-E5F3-4E77-990C-5E5B0457FBAC}" dt="2026-07-16T00:24:13.045" v="81" actId="26606"/>
          <ac:spMkLst>
            <pc:docMk/>
            <pc:sldMk cId="1984809300" sldId="257"/>
            <ac:spMk id="8" creationId="{B6CDA21F-E7AF-4C75-8395-33F58D5B0E45}"/>
          </ac:spMkLst>
        </pc:spChg>
        <pc:spChg chg="add">
          <ac:chgData name="melvin sirleaf" userId="0e3fd1f203cc1720" providerId="LiveId" clId="{EEB4745E-E5F3-4E77-990C-5E5B0457FBAC}" dt="2026-07-16T00:24:13.045" v="81" actId="26606"/>
          <ac:spMkLst>
            <pc:docMk/>
            <pc:sldMk cId="1984809300" sldId="257"/>
            <ac:spMk id="20" creationId="{D5B0017B-2ECA-49AF-B397-DC140825DF8D}"/>
          </ac:spMkLst>
        </pc:spChg>
        <pc:spChg chg="add">
          <ac:chgData name="melvin sirleaf" userId="0e3fd1f203cc1720" providerId="LiveId" clId="{EEB4745E-E5F3-4E77-990C-5E5B0457FBAC}" dt="2026-07-16T00:24:13.045" v="81" actId="26606"/>
          <ac:spMkLst>
            <pc:docMk/>
            <pc:sldMk cId="1984809300" sldId="257"/>
            <ac:spMk id="21" creationId="{0A9CB956-26E8-A490-3785-368D1AF63314}"/>
          </ac:spMkLst>
        </pc:spChg>
        <pc:grpChg chg="add">
          <ac:chgData name="melvin sirleaf" userId="0e3fd1f203cc1720" providerId="LiveId" clId="{EEB4745E-E5F3-4E77-990C-5E5B0457FBAC}" dt="2026-07-16T00:24:13.045" v="81" actId="26606"/>
          <ac:grpSpMkLst>
            <pc:docMk/>
            <pc:sldMk cId="1984809300" sldId="257"/>
            <ac:grpSpMk id="10" creationId="{AE1C45F0-260A-458C-96ED-C1F6D2151219}"/>
          </ac:grpSpMkLst>
        </pc:grpChg>
        <pc:cxnChg chg="add">
          <ac:chgData name="melvin sirleaf" userId="0e3fd1f203cc1720" providerId="LiveId" clId="{EEB4745E-E5F3-4E77-990C-5E5B0457FBAC}" dt="2026-07-16T00:24:13.045" v="81" actId="26606"/>
          <ac:cxnSpMkLst>
            <pc:docMk/>
            <pc:sldMk cId="1984809300" sldId="257"/>
            <ac:cxnSpMk id="17" creationId="{6CF1BAF6-AD41-4082-B212-8A1F9A2E8779}"/>
          </ac:cxnSpMkLst>
        </pc:cxnChg>
      </pc:sldChg>
      <pc:sldChg chg="addSp delSp modSp mod setBg setClrOvrMap">
        <pc:chgData name="melvin sirleaf" userId="0e3fd1f203cc1720" providerId="LiveId" clId="{EEB4745E-E5F3-4E77-990C-5E5B0457FBAC}" dt="2026-07-16T00:57:52.760" v="250" actId="207"/>
        <pc:sldMkLst>
          <pc:docMk/>
          <pc:sldMk cId="3033744303" sldId="258"/>
        </pc:sldMkLst>
        <pc:spChg chg="mod">
          <ac:chgData name="melvin sirleaf" userId="0e3fd1f203cc1720" providerId="LiveId" clId="{EEB4745E-E5F3-4E77-990C-5E5B0457FBAC}" dt="2026-07-16T00:57:52.760" v="250" actId="207"/>
          <ac:spMkLst>
            <pc:docMk/>
            <pc:sldMk cId="3033744303" sldId="258"/>
            <ac:spMk id="2" creationId="{4EFB32E1-6115-6BD4-264D-FD7EAF7D5811}"/>
          </ac:spMkLst>
        </pc:spChg>
        <pc:spChg chg="add del">
          <ac:chgData name="melvin sirleaf" userId="0e3fd1f203cc1720" providerId="LiveId" clId="{EEB4745E-E5F3-4E77-990C-5E5B0457FBAC}" dt="2026-07-16T00:56:30.287" v="245" actId="26606"/>
          <ac:spMkLst>
            <pc:docMk/>
            <pc:sldMk cId="3033744303" sldId="258"/>
            <ac:spMk id="73" creationId="{B50AB553-2A96-4A92-96F2-93548E096954}"/>
          </ac:spMkLst>
        </pc:spChg>
        <pc:graphicFrameChg chg="add mod modGraphic">
          <ac:chgData name="melvin sirleaf" userId="0e3fd1f203cc1720" providerId="LiveId" clId="{EEB4745E-E5F3-4E77-990C-5E5B0457FBAC}" dt="2026-07-16T00:57:03.855" v="248" actId="1076"/>
          <ac:graphicFrameMkLst>
            <pc:docMk/>
            <pc:sldMk cId="3033744303" sldId="258"/>
            <ac:graphicFrameMk id="59" creationId="{444A7604-6D7B-0D56-BF1F-667FE9D3810F}"/>
          </ac:graphicFrameMkLst>
        </pc:graphicFrameChg>
        <pc:picChg chg="add mod ord">
          <ac:chgData name="melvin sirleaf" userId="0e3fd1f203cc1720" providerId="LiveId" clId="{EEB4745E-E5F3-4E77-990C-5E5B0457FBAC}" dt="2026-07-16T00:56:30.287" v="245" actId="26606"/>
          <ac:picMkLst>
            <pc:docMk/>
            <pc:sldMk cId="3033744303" sldId="258"/>
            <ac:picMk id="57" creationId="{126AEED7-2B31-5016-BA1E-C25ED853B26A}"/>
          </ac:picMkLst>
        </pc:picChg>
      </pc:sldChg>
      <pc:sldChg chg="addSp delSp modSp mod setBg">
        <pc:chgData name="melvin sirleaf" userId="0e3fd1f203cc1720" providerId="LiveId" clId="{EEB4745E-E5F3-4E77-990C-5E5B0457FBAC}" dt="2026-07-16T00:57:45.219" v="249" actId="207"/>
        <pc:sldMkLst>
          <pc:docMk/>
          <pc:sldMk cId="986394374" sldId="259"/>
        </pc:sldMkLst>
        <pc:spChg chg="mod">
          <ac:chgData name="melvin sirleaf" userId="0e3fd1f203cc1720" providerId="LiveId" clId="{EEB4745E-E5F3-4E77-990C-5E5B0457FBAC}" dt="2026-07-16T00:57:45.219" v="249" actId="207"/>
          <ac:spMkLst>
            <pc:docMk/>
            <pc:sldMk cId="986394374" sldId="259"/>
            <ac:spMk id="2" creationId="{5DC95A2C-3AEE-54E8-E5C1-6AC24A0707B4}"/>
          </ac:spMkLst>
        </pc:spChg>
        <pc:spChg chg="add">
          <ac:chgData name="melvin sirleaf" userId="0e3fd1f203cc1720" providerId="LiveId" clId="{EEB4745E-E5F3-4E77-990C-5E5B0457FBAC}" dt="2026-07-16T00:36:41.480" v="152" actId="26606"/>
          <ac:spMkLst>
            <pc:docMk/>
            <pc:sldMk cId="986394374" sldId="259"/>
            <ac:spMk id="45" creationId="{B50AB553-2A96-4A92-96F2-93548E096954}"/>
          </ac:spMkLst>
        </pc:spChg>
        <pc:graphicFrameChg chg="add mod modGraphic">
          <ac:chgData name="melvin sirleaf" userId="0e3fd1f203cc1720" providerId="LiveId" clId="{EEB4745E-E5F3-4E77-990C-5E5B0457FBAC}" dt="2026-07-16T00:36:41.480" v="152" actId="26606"/>
          <ac:graphicFrameMkLst>
            <pc:docMk/>
            <pc:sldMk cId="986394374" sldId="259"/>
            <ac:graphicFrameMk id="21" creationId="{3FB1BB68-2A76-18AC-461C-FD6A8C2B6AE9}"/>
          </ac:graphicFrameMkLst>
        </pc:graphicFrameChg>
        <pc:picChg chg="add mod">
          <ac:chgData name="melvin sirleaf" userId="0e3fd1f203cc1720" providerId="LiveId" clId="{EEB4745E-E5F3-4E77-990C-5E5B0457FBAC}" dt="2026-07-16T00:36:41.375" v="151" actId="26606"/>
          <ac:picMkLst>
            <pc:docMk/>
            <pc:sldMk cId="986394374" sldId="259"/>
            <ac:picMk id="32" creationId="{5EAFE936-AD7F-FDCC-508A-DFC87C525A62}"/>
          </ac:picMkLst>
        </pc:picChg>
      </pc:sldChg>
      <pc:sldChg chg="addSp delSp modSp mod setBg">
        <pc:chgData name="melvin sirleaf" userId="0e3fd1f203cc1720" providerId="LiveId" clId="{EEB4745E-E5F3-4E77-990C-5E5B0457FBAC}" dt="2026-07-16T00:58:21.628" v="253" actId="207"/>
        <pc:sldMkLst>
          <pc:docMk/>
          <pc:sldMk cId="2507150225" sldId="260"/>
        </pc:sldMkLst>
        <pc:spChg chg="mod">
          <ac:chgData name="melvin sirleaf" userId="0e3fd1f203cc1720" providerId="LiveId" clId="{EEB4745E-E5F3-4E77-990C-5E5B0457FBAC}" dt="2026-07-16T00:58:21.628" v="253" actId="207"/>
          <ac:spMkLst>
            <pc:docMk/>
            <pc:sldMk cId="2507150225" sldId="260"/>
            <ac:spMk id="2" creationId="{008718B2-B828-BC19-D0B4-1AC996B5C89A}"/>
          </ac:spMkLst>
        </pc:spChg>
        <pc:spChg chg="add">
          <ac:chgData name="melvin sirleaf" userId="0e3fd1f203cc1720" providerId="LiveId" clId="{EEB4745E-E5F3-4E77-990C-5E5B0457FBAC}" dt="2026-07-16T00:37:31.409" v="155" actId="26606"/>
          <ac:spMkLst>
            <pc:docMk/>
            <pc:sldMk cId="2507150225" sldId="260"/>
            <ac:spMk id="26" creationId="{B6CDA21F-E7AF-4C75-8395-33F58D5B0E45}"/>
          </ac:spMkLst>
        </pc:spChg>
        <pc:spChg chg="add">
          <ac:chgData name="melvin sirleaf" userId="0e3fd1f203cc1720" providerId="LiveId" clId="{EEB4745E-E5F3-4E77-990C-5E5B0457FBAC}" dt="2026-07-16T00:37:31.409" v="155" actId="26606"/>
          <ac:spMkLst>
            <pc:docMk/>
            <pc:sldMk cId="2507150225" sldId="260"/>
            <ac:spMk id="31" creationId="{D5B0017B-2ECA-49AF-B397-DC140825DF8D}"/>
          </ac:spMkLst>
        </pc:spChg>
        <pc:grpChg chg="add">
          <ac:chgData name="melvin sirleaf" userId="0e3fd1f203cc1720" providerId="LiveId" clId="{EEB4745E-E5F3-4E77-990C-5E5B0457FBAC}" dt="2026-07-16T00:37:31.409" v="155" actId="26606"/>
          <ac:grpSpMkLst>
            <pc:docMk/>
            <pc:sldMk cId="2507150225" sldId="260"/>
            <ac:grpSpMk id="27" creationId="{AE1C45F0-260A-458C-96ED-C1F6D2151219}"/>
          </ac:grpSpMkLst>
        </pc:grpChg>
        <pc:graphicFrameChg chg="add mod modGraphic">
          <ac:chgData name="melvin sirleaf" userId="0e3fd1f203cc1720" providerId="LiveId" clId="{EEB4745E-E5F3-4E77-990C-5E5B0457FBAC}" dt="2026-07-16T00:37:31.409" v="155" actId="26606"/>
          <ac:graphicFrameMkLst>
            <pc:docMk/>
            <pc:sldMk cId="2507150225" sldId="260"/>
            <ac:graphicFrameMk id="19" creationId="{342E7A0D-1790-D9CB-DDE7-ECFC7C618D57}"/>
          </ac:graphicFrameMkLst>
        </pc:graphicFrameChg>
        <pc:cxnChg chg="add">
          <ac:chgData name="melvin sirleaf" userId="0e3fd1f203cc1720" providerId="LiveId" clId="{EEB4745E-E5F3-4E77-990C-5E5B0457FBAC}" dt="2026-07-16T00:37:31.409" v="155" actId="26606"/>
          <ac:cxnSpMkLst>
            <pc:docMk/>
            <pc:sldMk cId="2507150225" sldId="260"/>
            <ac:cxnSpMk id="32" creationId="{6CF1BAF6-AD41-4082-B212-8A1F9A2E8779}"/>
          </ac:cxnSpMkLst>
        </pc:cxnChg>
      </pc:sldChg>
      <pc:sldChg chg="addSp delSp modSp mod">
        <pc:chgData name="melvin sirleaf" userId="0e3fd1f203cc1720" providerId="LiveId" clId="{EEB4745E-E5F3-4E77-990C-5E5B0457FBAC}" dt="2026-07-17T16:29:37.157" v="306" actId="14100"/>
        <pc:sldMkLst>
          <pc:docMk/>
          <pc:sldMk cId="465374490" sldId="261"/>
        </pc:sldMkLst>
        <pc:spChg chg="mod">
          <ac:chgData name="melvin sirleaf" userId="0e3fd1f203cc1720" providerId="LiveId" clId="{EEB4745E-E5F3-4E77-990C-5E5B0457FBAC}" dt="2026-07-16T00:39:51.368" v="167" actId="207"/>
          <ac:spMkLst>
            <pc:docMk/>
            <pc:sldMk cId="465374490" sldId="261"/>
            <ac:spMk id="2" creationId="{1CAC700A-BC85-6878-5F35-E7899CB74725}"/>
          </ac:spMkLst>
        </pc:spChg>
        <pc:spChg chg="mod">
          <ac:chgData name="melvin sirleaf" userId="0e3fd1f203cc1720" providerId="LiveId" clId="{EEB4745E-E5F3-4E77-990C-5E5B0457FBAC}" dt="2026-07-16T00:42:37.780" v="179" actId="255"/>
          <ac:spMkLst>
            <pc:docMk/>
            <pc:sldMk cId="465374490" sldId="261"/>
            <ac:spMk id="3" creationId="{CF8ADFD5-8D8B-0041-0129-3BD1A1EFF31C}"/>
          </ac:spMkLst>
        </pc:spChg>
        <pc:spChg chg="del mod">
          <ac:chgData name="melvin sirleaf" userId="0e3fd1f203cc1720" providerId="LiveId" clId="{EEB4745E-E5F3-4E77-990C-5E5B0457FBAC}" dt="2026-07-17T16:14:04.446" v="298" actId="478"/>
          <ac:spMkLst>
            <pc:docMk/>
            <pc:sldMk cId="465374490" sldId="261"/>
            <ac:spMk id="11" creationId="{116AF3C7-F79E-1B29-D2AF-C5FA60989FCE}"/>
          </ac:spMkLst>
        </pc:spChg>
        <pc:spChg chg="add mod">
          <ac:chgData name="melvin sirleaf" userId="0e3fd1f203cc1720" providerId="LiveId" clId="{EEB4745E-E5F3-4E77-990C-5E5B0457FBAC}" dt="2026-07-17T16:14:11.771" v="300" actId="1076"/>
          <ac:spMkLst>
            <pc:docMk/>
            <pc:sldMk cId="465374490" sldId="261"/>
            <ac:spMk id="13" creationId="{52F74EBE-4CFA-421F-D4ED-EBB0DB8E6AB8}"/>
          </ac:spMkLst>
        </pc:spChg>
        <pc:picChg chg="mod">
          <ac:chgData name="melvin sirleaf" userId="0e3fd1f203cc1720" providerId="LiveId" clId="{EEB4745E-E5F3-4E77-990C-5E5B0457FBAC}" dt="2026-07-15T23:44:22.127" v="29" actId="1076"/>
          <ac:picMkLst>
            <pc:docMk/>
            <pc:sldMk cId="465374490" sldId="261"/>
            <ac:picMk id="7" creationId="{C38BB604-BBDD-9898-5234-879B71827C2E}"/>
          </ac:picMkLst>
        </pc:picChg>
        <pc:picChg chg="mod">
          <ac:chgData name="melvin sirleaf" userId="0e3fd1f203cc1720" providerId="LiveId" clId="{EEB4745E-E5F3-4E77-990C-5E5B0457FBAC}" dt="2026-07-17T16:29:37.157" v="306" actId="14100"/>
          <ac:picMkLst>
            <pc:docMk/>
            <pc:sldMk cId="465374490" sldId="261"/>
            <ac:picMk id="9" creationId="{CB505196-467A-822E-E4AF-AFE3646DD00E}"/>
          </ac:picMkLst>
        </pc:picChg>
      </pc:sldChg>
      <pc:sldChg chg="addSp delSp modSp mod">
        <pc:chgData name="melvin sirleaf" userId="0e3fd1f203cc1720" providerId="LiveId" clId="{EEB4745E-E5F3-4E77-990C-5E5B0457FBAC}" dt="2026-07-17T16:39:38.293" v="348" actId="14100"/>
        <pc:sldMkLst>
          <pc:docMk/>
          <pc:sldMk cId="2395319218" sldId="262"/>
        </pc:sldMkLst>
        <pc:spChg chg="mod">
          <ac:chgData name="melvin sirleaf" userId="0e3fd1f203cc1720" providerId="LiveId" clId="{EEB4745E-E5F3-4E77-990C-5E5B0457FBAC}" dt="2026-07-16T00:41:56.982" v="178" actId="207"/>
          <ac:spMkLst>
            <pc:docMk/>
            <pc:sldMk cId="2395319218" sldId="262"/>
            <ac:spMk id="2" creationId="{2596D2B2-B835-CF82-5C91-A9B7B02653CC}"/>
          </ac:spMkLst>
        </pc:spChg>
        <pc:spChg chg="mod">
          <ac:chgData name="melvin sirleaf" userId="0e3fd1f203cc1720" providerId="LiveId" clId="{EEB4745E-E5F3-4E77-990C-5E5B0457FBAC}" dt="2026-07-16T00:44:15.682" v="193" actId="20577"/>
          <ac:spMkLst>
            <pc:docMk/>
            <pc:sldMk cId="2395319218" sldId="262"/>
            <ac:spMk id="3" creationId="{2388CD12-A9BA-4B47-5602-B35AEDC3FE38}"/>
          </ac:spMkLst>
        </pc:spChg>
        <pc:spChg chg="del mod">
          <ac:chgData name="melvin sirleaf" userId="0e3fd1f203cc1720" providerId="LiveId" clId="{EEB4745E-E5F3-4E77-990C-5E5B0457FBAC}" dt="2026-07-17T16:39:32.834" v="347" actId="478"/>
          <ac:spMkLst>
            <pc:docMk/>
            <pc:sldMk cId="2395319218" sldId="262"/>
            <ac:spMk id="9" creationId="{4B49E12E-11E6-9C1B-EC88-208AEF26710F}"/>
          </ac:spMkLst>
        </pc:spChg>
        <pc:spChg chg="add mod">
          <ac:chgData name="melvin sirleaf" userId="0e3fd1f203cc1720" providerId="LiveId" clId="{EEB4745E-E5F3-4E77-990C-5E5B0457FBAC}" dt="2026-07-16T00:43:14.342" v="185" actId="113"/>
          <ac:spMkLst>
            <pc:docMk/>
            <pc:sldMk cId="2395319218" sldId="262"/>
            <ac:spMk id="11" creationId="{C7097CCC-D348-F7C4-99C8-342B760EEBAC}"/>
          </ac:spMkLst>
        </pc:spChg>
        <pc:picChg chg="mod">
          <ac:chgData name="melvin sirleaf" userId="0e3fd1f203cc1720" providerId="LiveId" clId="{EEB4745E-E5F3-4E77-990C-5E5B0457FBAC}" dt="2026-07-17T16:39:38.293" v="348" actId="14100"/>
          <ac:picMkLst>
            <pc:docMk/>
            <pc:sldMk cId="2395319218" sldId="262"/>
            <ac:picMk id="7" creationId="{3A20CF26-2EB4-AADA-4DF0-F743768A2E1F}"/>
          </ac:picMkLst>
        </pc:picChg>
      </pc:sldChg>
      <pc:sldChg chg="addSp delSp modSp mod">
        <pc:chgData name="melvin sirleaf" userId="0e3fd1f203cc1720" providerId="LiveId" clId="{EEB4745E-E5F3-4E77-990C-5E5B0457FBAC}" dt="2026-07-17T16:49:48.123" v="375" actId="6549"/>
        <pc:sldMkLst>
          <pc:docMk/>
          <pc:sldMk cId="3856459817" sldId="263"/>
        </pc:sldMkLst>
        <pc:spChg chg="mod">
          <ac:chgData name="melvin sirleaf" userId="0e3fd1f203cc1720" providerId="LiveId" clId="{EEB4745E-E5F3-4E77-990C-5E5B0457FBAC}" dt="2026-07-17T16:49:48.123" v="375" actId="6549"/>
          <ac:spMkLst>
            <pc:docMk/>
            <pc:sldMk cId="3856459817" sldId="263"/>
            <ac:spMk id="2" creationId="{5B1D6E56-9287-F89A-5383-95B139C068D7}"/>
          </ac:spMkLst>
        </pc:spChg>
        <pc:spChg chg="mod">
          <ac:chgData name="melvin sirleaf" userId="0e3fd1f203cc1720" providerId="LiveId" clId="{EEB4745E-E5F3-4E77-990C-5E5B0457FBAC}" dt="2026-07-16T00:45:54.876" v="199" actId="113"/>
          <ac:spMkLst>
            <pc:docMk/>
            <pc:sldMk cId="3856459817" sldId="263"/>
            <ac:spMk id="3" creationId="{0158A993-D1B6-D988-E256-1838B0BB11C7}"/>
          </ac:spMkLst>
        </pc:spChg>
        <pc:spChg chg="del mod">
          <ac:chgData name="melvin sirleaf" userId="0e3fd1f203cc1720" providerId="LiveId" clId="{EEB4745E-E5F3-4E77-990C-5E5B0457FBAC}" dt="2026-07-17T16:48:14.113" v="360" actId="478"/>
          <ac:spMkLst>
            <pc:docMk/>
            <pc:sldMk cId="3856459817" sldId="263"/>
            <ac:spMk id="9" creationId="{50174437-D551-829D-B75A-C471B925C526}"/>
          </ac:spMkLst>
        </pc:spChg>
        <pc:spChg chg="add mod">
          <ac:chgData name="melvin sirleaf" userId="0e3fd1f203cc1720" providerId="LiveId" clId="{EEB4745E-E5F3-4E77-990C-5E5B0457FBAC}" dt="2026-07-16T00:46:01.635" v="200" actId="113"/>
          <ac:spMkLst>
            <pc:docMk/>
            <pc:sldMk cId="3856459817" sldId="263"/>
            <ac:spMk id="11" creationId="{4CF1E950-0B47-C8CC-A657-B39854B1D0DA}"/>
          </ac:spMkLst>
        </pc:spChg>
        <pc:picChg chg="mod">
          <ac:chgData name="melvin sirleaf" userId="0e3fd1f203cc1720" providerId="LiveId" clId="{EEB4745E-E5F3-4E77-990C-5E5B0457FBAC}" dt="2026-07-15T23:44:55.050" v="38" actId="1076"/>
          <ac:picMkLst>
            <pc:docMk/>
            <pc:sldMk cId="3856459817" sldId="263"/>
            <ac:picMk id="7" creationId="{B3257A74-BA0B-F555-EBF6-4F64E8BCE18D}"/>
          </ac:picMkLst>
        </pc:picChg>
      </pc:sldChg>
      <pc:sldChg chg="addSp delSp modSp mod">
        <pc:chgData name="melvin sirleaf" userId="0e3fd1f203cc1720" providerId="LiveId" clId="{EEB4745E-E5F3-4E77-990C-5E5B0457FBAC}" dt="2026-07-17T16:49:26.391" v="374" actId="1076"/>
        <pc:sldMkLst>
          <pc:docMk/>
          <pc:sldMk cId="120486183" sldId="264"/>
        </pc:sldMkLst>
        <pc:spChg chg="mod">
          <ac:chgData name="melvin sirleaf" userId="0e3fd1f203cc1720" providerId="LiveId" clId="{EEB4745E-E5F3-4E77-990C-5E5B0457FBAC}" dt="2026-07-17T16:48:58.775" v="368" actId="255"/>
          <ac:spMkLst>
            <pc:docMk/>
            <pc:sldMk cId="120486183" sldId="264"/>
            <ac:spMk id="2" creationId="{8C8BC17D-EB1D-9E08-1ECF-03C06A2F956F}"/>
          </ac:spMkLst>
        </pc:spChg>
        <pc:spChg chg="mod">
          <ac:chgData name="melvin sirleaf" userId="0e3fd1f203cc1720" providerId="LiveId" clId="{EEB4745E-E5F3-4E77-990C-5E5B0457FBAC}" dt="2026-07-16T00:47:07.417" v="211" actId="14100"/>
          <ac:spMkLst>
            <pc:docMk/>
            <pc:sldMk cId="120486183" sldId="264"/>
            <ac:spMk id="3" creationId="{3FC94DD0-9DE8-E498-E2CE-B3E4E1F2C9C8}"/>
          </ac:spMkLst>
        </pc:spChg>
        <pc:spChg chg="del mod">
          <ac:chgData name="melvin sirleaf" userId="0e3fd1f203cc1720" providerId="LiveId" clId="{EEB4745E-E5F3-4E77-990C-5E5B0457FBAC}" dt="2026-07-17T16:49:06.870" v="369" actId="478"/>
          <ac:spMkLst>
            <pc:docMk/>
            <pc:sldMk cId="120486183" sldId="264"/>
            <ac:spMk id="9" creationId="{B2215249-F351-AF91-96E6-26FE2C0CB9DA}"/>
          </ac:spMkLst>
        </pc:spChg>
        <pc:spChg chg="add mod">
          <ac:chgData name="melvin sirleaf" userId="0e3fd1f203cc1720" providerId="LiveId" clId="{EEB4745E-E5F3-4E77-990C-5E5B0457FBAC}" dt="2026-07-17T16:49:19.268" v="372" actId="1076"/>
          <ac:spMkLst>
            <pc:docMk/>
            <pc:sldMk cId="120486183" sldId="264"/>
            <ac:spMk id="11" creationId="{D9474689-2707-79D3-3F6A-98BCF522FD53}"/>
          </ac:spMkLst>
        </pc:spChg>
        <pc:picChg chg="mod">
          <ac:chgData name="melvin sirleaf" userId="0e3fd1f203cc1720" providerId="LiveId" clId="{EEB4745E-E5F3-4E77-990C-5E5B0457FBAC}" dt="2026-07-17T16:49:26.391" v="374" actId="1076"/>
          <ac:picMkLst>
            <pc:docMk/>
            <pc:sldMk cId="120486183" sldId="264"/>
            <ac:picMk id="5" creationId="{CACD4789-67F2-2F64-3FF6-FF4D1E788828}"/>
          </ac:picMkLst>
        </pc:picChg>
        <pc:picChg chg="mod">
          <ac:chgData name="melvin sirleaf" userId="0e3fd1f203cc1720" providerId="LiveId" clId="{EEB4745E-E5F3-4E77-990C-5E5B0457FBAC}" dt="2026-07-17T16:49:14.878" v="371" actId="1076"/>
          <ac:picMkLst>
            <pc:docMk/>
            <pc:sldMk cId="120486183" sldId="264"/>
            <ac:picMk id="7" creationId="{08A8E03E-C192-B0E3-D34E-E8A8352518DE}"/>
          </ac:picMkLst>
        </pc:picChg>
      </pc:sldChg>
      <pc:sldChg chg="addSp delSp modSp mod">
        <pc:chgData name="melvin sirleaf" userId="0e3fd1f203cc1720" providerId="LiveId" clId="{EEB4745E-E5F3-4E77-990C-5E5B0457FBAC}" dt="2026-07-17T17:12:10.408" v="470" actId="14100"/>
        <pc:sldMkLst>
          <pc:docMk/>
          <pc:sldMk cId="1684861864" sldId="265"/>
        </pc:sldMkLst>
        <pc:spChg chg="mod">
          <ac:chgData name="melvin sirleaf" userId="0e3fd1f203cc1720" providerId="LiveId" clId="{EEB4745E-E5F3-4E77-990C-5E5B0457FBAC}" dt="2026-07-16T00:50:37.051" v="228" actId="14100"/>
          <ac:spMkLst>
            <pc:docMk/>
            <pc:sldMk cId="1684861864" sldId="265"/>
            <ac:spMk id="2" creationId="{D7CD684D-F815-E90A-4343-A0698E7C29C9}"/>
          </ac:spMkLst>
        </pc:spChg>
        <pc:spChg chg="mod">
          <ac:chgData name="melvin sirleaf" userId="0e3fd1f203cc1720" providerId="LiveId" clId="{EEB4745E-E5F3-4E77-990C-5E5B0457FBAC}" dt="2026-07-16T00:49:56.206" v="225" actId="255"/>
          <ac:spMkLst>
            <pc:docMk/>
            <pc:sldMk cId="1684861864" sldId="265"/>
            <ac:spMk id="3" creationId="{DA68EEAC-08F9-9D8B-893F-30CA503865AA}"/>
          </ac:spMkLst>
        </pc:spChg>
        <pc:spChg chg="del">
          <ac:chgData name="melvin sirleaf" userId="0e3fd1f203cc1720" providerId="LiveId" clId="{EEB4745E-E5F3-4E77-990C-5E5B0457FBAC}" dt="2026-07-17T17:12:05.048" v="469" actId="478"/>
          <ac:spMkLst>
            <pc:docMk/>
            <pc:sldMk cId="1684861864" sldId="265"/>
            <ac:spMk id="9" creationId="{0F14EDF4-A044-DF50-7F72-02C23ED696D9}"/>
          </ac:spMkLst>
        </pc:spChg>
        <pc:spChg chg="add mod">
          <ac:chgData name="melvin sirleaf" userId="0e3fd1f203cc1720" providerId="LiveId" clId="{EEB4745E-E5F3-4E77-990C-5E5B0457FBAC}" dt="2026-07-16T00:50:09.820" v="227" actId="113"/>
          <ac:spMkLst>
            <pc:docMk/>
            <pc:sldMk cId="1684861864" sldId="265"/>
            <ac:spMk id="11" creationId="{75E2DFDE-BA0E-4F52-4F4A-8E104E204F42}"/>
          </ac:spMkLst>
        </pc:spChg>
        <pc:picChg chg="mod">
          <ac:chgData name="melvin sirleaf" userId="0e3fd1f203cc1720" providerId="LiveId" clId="{EEB4745E-E5F3-4E77-990C-5E5B0457FBAC}" dt="2026-07-16T00:50:02.947" v="226" actId="14100"/>
          <ac:picMkLst>
            <pc:docMk/>
            <pc:sldMk cId="1684861864" sldId="265"/>
            <ac:picMk id="5" creationId="{7D4B3F1A-5A33-F3FC-8C1E-A15EFDE1DA34}"/>
          </ac:picMkLst>
        </pc:picChg>
        <pc:picChg chg="mod">
          <ac:chgData name="melvin sirleaf" userId="0e3fd1f203cc1720" providerId="LiveId" clId="{EEB4745E-E5F3-4E77-990C-5E5B0457FBAC}" dt="2026-07-17T17:12:10.408" v="470" actId="14100"/>
          <ac:picMkLst>
            <pc:docMk/>
            <pc:sldMk cId="1684861864" sldId="265"/>
            <ac:picMk id="7" creationId="{88DA8C7E-0084-E48B-9F83-689213E27B60}"/>
          </ac:picMkLst>
        </pc:picChg>
      </pc:sldChg>
      <pc:sldChg chg="addSp delSp modSp new mod setBg">
        <pc:chgData name="melvin sirleaf" userId="0e3fd1f203cc1720" providerId="LiveId" clId="{EEB4745E-E5F3-4E77-990C-5E5B0457FBAC}" dt="2026-07-17T17:18:30.269" v="496" actId="27636"/>
        <pc:sldMkLst>
          <pc:docMk/>
          <pc:sldMk cId="1926620601" sldId="266"/>
        </pc:sldMkLst>
        <pc:spChg chg="del mod">
          <ac:chgData name="melvin sirleaf" userId="0e3fd1f203cc1720" providerId="LiveId" clId="{EEB4745E-E5F3-4E77-990C-5E5B0457FBAC}" dt="2026-07-17T15:51:12.913" v="264" actId="478"/>
          <ac:spMkLst>
            <pc:docMk/>
            <pc:sldMk cId="1926620601" sldId="266"/>
            <ac:spMk id="2" creationId="{B959CDB4-DFB1-662F-D534-5274FFB05D33}"/>
          </ac:spMkLst>
        </pc:spChg>
        <pc:spChg chg="add del mod">
          <ac:chgData name="melvin sirleaf" userId="0e3fd1f203cc1720" providerId="LiveId" clId="{EEB4745E-E5F3-4E77-990C-5E5B0457FBAC}" dt="2026-07-17T15:51:18.773" v="267" actId="478"/>
          <ac:spMkLst>
            <pc:docMk/>
            <pc:sldMk cId="1926620601" sldId="266"/>
            <ac:spMk id="4" creationId="{42FD3D33-74A5-E867-57BD-44836BFCC0A0}"/>
          </ac:spMkLst>
        </pc:spChg>
        <pc:spChg chg="add mod">
          <ac:chgData name="melvin sirleaf" userId="0e3fd1f203cc1720" providerId="LiveId" clId="{EEB4745E-E5F3-4E77-990C-5E5B0457FBAC}" dt="2026-07-17T15:52:19.895" v="272" actId="26606"/>
          <ac:spMkLst>
            <pc:docMk/>
            <pc:sldMk cId="1926620601" sldId="266"/>
            <ac:spMk id="5" creationId="{8E460312-1B4E-EC5B-16C6-893522D13FDB}"/>
          </ac:spMkLst>
        </pc:spChg>
        <pc:spChg chg="add mod">
          <ac:chgData name="melvin sirleaf" userId="0e3fd1f203cc1720" providerId="LiveId" clId="{EEB4745E-E5F3-4E77-990C-5E5B0457FBAC}" dt="2026-07-17T17:18:30.269" v="496" actId="27636"/>
          <ac:spMkLst>
            <pc:docMk/>
            <pc:sldMk cId="1926620601" sldId="266"/>
            <ac:spMk id="7" creationId="{7ED9BCBA-D4CD-6169-CED5-D4C2FC221D5A}"/>
          </ac:spMkLst>
        </pc:spChg>
        <pc:spChg chg="add del mod">
          <ac:chgData name="melvin sirleaf" userId="0e3fd1f203cc1720" providerId="LiveId" clId="{EEB4745E-E5F3-4E77-990C-5E5B0457FBAC}" dt="2026-07-17T15:52:19.895" v="272" actId="26606"/>
          <ac:spMkLst>
            <pc:docMk/>
            <pc:sldMk cId="1926620601" sldId="266"/>
            <ac:spMk id="9" creationId="{11E8F805-256B-476A-46F6-A1D47DF5A57F}"/>
          </ac:spMkLst>
        </pc:spChg>
        <pc:spChg chg="add del">
          <ac:chgData name="melvin sirleaf" userId="0e3fd1f203cc1720" providerId="LiveId" clId="{EEB4745E-E5F3-4E77-990C-5E5B0457FBAC}" dt="2026-07-17T15:21:14.576" v="259" actId="26606"/>
          <ac:spMkLst>
            <pc:docMk/>
            <pc:sldMk cId="1926620601" sldId="266"/>
            <ac:spMk id="10" creationId="{C0763A76-9F1C-4FC5-82B7-DD475DA461B2}"/>
          </ac:spMkLst>
        </pc:spChg>
        <pc:spChg chg="add del">
          <ac:chgData name="melvin sirleaf" userId="0e3fd1f203cc1720" providerId="LiveId" clId="{EEB4745E-E5F3-4E77-990C-5E5B0457FBAC}" dt="2026-07-17T15:21:14.576" v="259" actId="26606"/>
          <ac:spMkLst>
            <pc:docMk/>
            <pc:sldMk cId="1926620601" sldId="266"/>
            <ac:spMk id="12" creationId="{E81BF4F6-F2CF-4984-9D14-D6966D92F99F}"/>
          </ac:spMkLst>
        </pc:spChg>
        <pc:spChg chg="add">
          <ac:chgData name="melvin sirleaf" userId="0e3fd1f203cc1720" providerId="LiveId" clId="{EEB4745E-E5F3-4E77-990C-5E5B0457FBAC}" dt="2026-07-17T15:52:19.895" v="272" actId="26606"/>
          <ac:spMkLst>
            <pc:docMk/>
            <pc:sldMk cId="1926620601" sldId="266"/>
            <ac:spMk id="20" creationId="{04812C46-200A-4DEB-A05E-3ED6C68C2387}"/>
          </ac:spMkLst>
        </pc:spChg>
        <pc:spChg chg="add">
          <ac:chgData name="melvin sirleaf" userId="0e3fd1f203cc1720" providerId="LiveId" clId="{EEB4745E-E5F3-4E77-990C-5E5B0457FBAC}" dt="2026-07-17T15:52:19.895" v="272" actId="26606"/>
          <ac:spMkLst>
            <pc:docMk/>
            <pc:sldMk cId="1926620601" sldId="266"/>
            <ac:spMk id="22" creationId="{D1EA859B-E555-4109-94F3-6700E046E008}"/>
          </ac:spMkLst>
        </pc:spChg>
        <pc:graphicFrameChg chg="add del mod">
          <ac:chgData name="melvin sirleaf" userId="0e3fd1f203cc1720" providerId="LiveId" clId="{EEB4745E-E5F3-4E77-990C-5E5B0457FBAC}" dt="2026-07-17T15:20:51.684" v="256" actId="478"/>
          <ac:graphicFrameMkLst>
            <pc:docMk/>
            <pc:sldMk cId="1926620601" sldId="266"/>
            <ac:graphicFrameMk id="5" creationId="{7F43530B-14D8-ED0C-14BD-C1D2D0A19992}"/>
          </ac:graphicFrameMkLst>
        </pc:graphicFrameChg>
        <pc:picChg chg="add del">
          <ac:chgData name="melvin sirleaf" userId="0e3fd1f203cc1720" providerId="LiveId" clId="{EEB4745E-E5F3-4E77-990C-5E5B0457FBAC}" dt="2026-07-17T15:21:14.576" v="259" actId="26606"/>
          <ac:picMkLst>
            <pc:docMk/>
            <pc:sldMk cId="1926620601" sldId="266"/>
            <ac:picMk id="6" creationId="{9E4A54FC-2217-F10B-0C55-A11D559AF7E6}"/>
          </ac:picMkLst>
        </pc:picChg>
        <pc:picChg chg="add mod">
          <ac:chgData name="melvin sirleaf" userId="0e3fd1f203cc1720" providerId="LiveId" clId="{EEB4745E-E5F3-4E77-990C-5E5B0457FBAC}" dt="2026-07-17T15:52:19.895" v="272" actId="26606"/>
          <ac:picMkLst>
            <pc:docMk/>
            <pc:sldMk cId="1926620601" sldId="266"/>
            <ac:picMk id="14" creationId="{F01A1738-FCC4-5153-EA1C-307FEDE70B46}"/>
          </ac:picMkLst>
        </pc:picChg>
        <pc:cxnChg chg="add del">
          <ac:chgData name="melvin sirleaf" userId="0e3fd1f203cc1720" providerId="LiveId" clId="{EEB4745E-E5F3-4E77-990C-5E5B0457FBAC}" dt="2026-07-17T15:52:19.895" v="272" actId="26606"/>
          <ac:cxnSpMkLst>
            <pc:docMk/>
            <pc:sldMk cId="1926620601" sldId="266"/>
            <ac:cxnSpMk id="15" creationId="{1503BFE4-729B-D9D0-C17B-501E6AF1127A}"/>
          </ac:cxnSpMkLst>
        </pc:cxnChg>
      </pc:sldChg>
      <pc:sldChg chg="addSp delSp modSp new mod setBg">
        <pc:chgData name="melvin sirleaf" userId="0e3fd1f203cc1720" providerId="LiveId" clId="{EEB4745E-E5F3-4E77-990C-5E5B0457FBAC}" dt="2026-07-18T11:48:17.890" v="607" actId="27918"/>
        <pc:sldMkLst>
          <pc:docMk/>
          <pc:sldMk cId="624117710" sldId="267"/>
        </pc:sldMkLst>
        <pc:spChg chg="mod">
          <ac:chgData name="melvin sirleaf" userId="0e3fd1f203cc1720" providerId="LiveId" clId="{EEB4745E-E5F3-4E77-990C-5E5B0457FBAC}" dt="2026-07-17T16:52:31.157" v="404" actId="255"/>
          <ac:spMkLst>
            <pc:docMk/>
            <pc:sldMk cId="624117710" sldId="267"/>
            <ac:spMk id="2" creationId="{3CFE08CD-BC16-CB56-BB4D-A0C3F8E09F27}"/>
          </ac:spMkLst>
        </pc:spChg>
        <pc:spChg chg="del">
          <ac:chgData name="melvin sirleaf" userId="0e3fd1f203cc1720" providerId="LiveId" clId="{EEB4745E-E5F3-4E77-990C-5E5B0457FBAC}" dt="2026-07-17T16:01:34.958" v="275"/>
          <ac:spMkLst>
            <pc:docMk/>
            <pc:sldMk cId="624117710" sldId="267"/>
            <ac:spMk id="3" creationId="{B5788785-413D-7626-DC55-B99E5A7AEF4F}"/>
          </ac:spMkLst>
        </pc:spChg>
        <pc:spChg chg="add del mod">
          <ac:chgData name="melvin sirleaf" userId="0e3fd1f203cc1720" providerId="LiveId" clId="{EEB4745E-E5F3-4E77-990C-5E5B0457FBAC}" dt="2026-07-17T16:01:43.286" v="278"/>
          <ac:spMkLst>
            <pc:docMk/>
            <pc:sldMk cId="624117710" sldId="267"/>
            <ac:spMk id="7" creationId="{FA65359A-2392-D1F5-CE83-E8FF442276EE}"/>
          </ac:spMkLst>
        </pc:spChg>
        <pc:spChg chg="add del mod">
          <ac:chgData name="melvin sirleaf" userId="0e3fd1f203cc1720" providerId="LiveId" clId="{EEB4745E-E5F3-4E77-990C-5E5B0457FBAC}" dt="2026-07-17T16:03:01.704" v="284" actId="931"/>
          <ac:spMkLst>
            <pc:docMk/>
            <pc:sldMk cId="624117710" sldId="267"/>
            <ac:spMk id="13" creationId="{80328EE1-F9A3-3A48-0116-5DF572CE930A}"/>
          </ac:spMkLst>
        </pc:spChg>
        <pc:spChg chg="add del mod">
          <ac:chgData name="melvin sirleaf" userId="0e3fd1f203cc1720" providerId="LiveId" clId="{EEB4745E-E5F3-4E77-990C-5E5B0457FBAC}" dt="2026-07-17T16:03:26.636" v="286" actId="931"/>
          <ac:spMkLst>
            <pc:docMk/>
            <pc:sldMk cId="624117710" sldId="267"/>
            <ac:spMk id="17" creationId="{35623320-3019-9ADB-4109-464E416D884F}"/>
          </ac:spMkLst>
        </pc:spChg>
        <pc:spChg chg="add del mod">
          <ac:chgData name="melvin sirleaf" userId="0e3fd1f203cc1720" providerId="LiveId" clId="{EEB4745E-E5F3-4E77-990C-5E5B0457FBAC}" dt="2026-07-17T16:12:06.770" v="290"/>
          <ac:spMkLst>
            <pc:docMk/>
            <pc:sldMk cId="624117710" sldId="267"/>
            <ac:spMk id="21" creationId="{3F83C860-1C4D-B6A6-BF3A-199F4824E766}"/>
          </ac:spMkLst>
        </pc:spChg>
        <pc:spChg chg="add del mod">
          <ac:chgData name="melvin sirleaf" userId="0e3fd1f203cc1720" providerId="LiveId" clId="{EEB4745E-E5F3-4E77-990C-5E5B0457FBAC}" dt="2026-07-17T17:14:53.255" v="483" actId="26606"/>
          <ac:spMkLst>
            <pc:docMk/>
            <pc:sldMk cId="624117710" sldId="267"/>
            <ac:spMk id="24" creationId="{983B5EA3-1763-9AF6-B385-63BF73F65FE6}"/>
          </ac:spMkLst>
        </pc:spChg>
        <pc:spChg chg="add">
          <ac:chgData name="melvin sirleaf" userId="0e3fd1f203cc1720" providerId="LiveId" clId="{EEB4745E-E5F3-4E77-990C-5E5B0457FBAC}" dt="2026-07-17T16:29:53.397" v="307" actId="26606"/>
          <ac:spMkLst>
            <pc:docMk/>
            <pc:sldMk cId="624117710" sldId="267"/>
            <ac:spMk id="34" creationId="{3346177D-ADC4-4968-B747-5CFCD390B5B9}"/>
          </ac:spMkLst>
        </pc:spChg>
        <pc:spChg chg="add">
          <ac:chgData name="melvin sirleaf" userId="0e3fd1f203cc1720" providerId="LiveId" clId="{EEB4745E-E5F3-4E77-990C-5E5B0457FBAC}" dt="2026-07-17T16:29:53.397" v="307" actId="26606"/>
          <ac:spMkLst>
            <pc:docMk/>
            <pc:sldMk cId="624117710" sldId="267"/>
            <ac:spMk id="36" creationId="{0844A943-BF79-4FEA-ABB1-3BD54D236606}"/>
          </ac:spMkLst>
        </pc:spChg>
        <pc:spChg chg="add">
          <ac:chgData name="melvin sirleaf" userId="0e3fd1f203cc1720" providerId="LiveId" clId="{EEB4745E-E5F3-4E77-990C-5E5B0457FBAC}" dt="2026-07-17T16:29:53.397" v="307" actId="26606"/>
          <ac:spMkLst>
            <pc:docMk/>
            <pc:sldMk cId="624117710" sldId="267"/>
            <ac:spMk id="38" creationId="{6437CC72-F4A8-4DC3-AFAB-D22C482C8100}"/>
          </ac:spMkLst>
        </pc:spChg>
        <pc:graphicFrameChg chg="add mod ord">
          <ac:chgData name="melvin sirleaf" userId="0e3fd1f203cc1720" providerId="LiveId" clId="{EEB4745E-E5F3-4E77-990C-5E5B0457FBAC}" dt="2026-07-17T17:14:23.074" v="482"/>
          <ac:graphicFrameMkLst>
            <pc:docMk/>
            <pc:sldMk cId="624117710" sldId="267"/>
            <ac:graphicFrameMk id="22" creationId="{8E90BAC3-7E34-7083-3459-19E29716514D}"/>
          </ac:graphicFrameMkLst>
        </pc:graphicFrameChg>
        <pc:graphicFrameChg chg="add mod">
          <ac:chgData name="melvin sirleaf" userId="0e3fd1f203cc1720" providerId="LiveId" clId="{EEB4745E-E5F3-4E77-990C-5E5B0457FBAC}" dt="2026-07-17T16:37:14.180" v="339" actId="2085"/>
          <ac:graphicFrameMkLst>
            <pc:docMk/>
            <pc:sldMk cId="624117710" sldId="267"/>
            <ac:graphicFrameMk id="25" creationId="{5D2FBEA0-7CC3-ADE9-39FA-2FFDAA58E655}"/>
          </ac:graphicFrameMkLst>
        </pc:graphicFrameChg>
        <pc:graphicFrameChg chg="add">
          <ac:chgData name="melvin sirleaf" userId="0e3fd1f203cc1720" providerId="LiveId" clId="{EEB4745E-E5F3-4E77-990C-5E5B0457FBAC}" dt="2026-07-17T17:14:53.255" v="483" actId="26606"/>
          <ac:graphicFrameMkLst>
            <pc:docMk/>
            <pc:sldMk cId="624117710" sldId="267"/>
            <ac:graphicFrameMk id="40" creationId="{424FAA7A-4E5C-B563-4000-F4D1420D652F}"/>
          </ac:graphicFrameMkLst>
        </pc:graphicFrameChg>
        <pc:picChg chg="add del mod ord">
          <ac:chgData name="melvin sirleaf" userId="0e3fd1f203cc1720" providerId="LiveId" clId="{EEB4745E-E5F3-4E77-990C-5E5B0457FBAC}" dt="2026-07-17T16:01:37.211" v="276" actId="478"/>
          <ac:picMkLst>
            <pc:docMk/>
            <pc:sldMk cId="624117710" sldId="267"/>
            <ac:picMk id="5" creationId="{78F98A5C-046F-599D-83A2-7F3B19037E61}"/>
          </ac:picMkLst>
        </pc:picChg>
        <pc:picChg chg="add del mod ord">
          <ac:chgData name="melvin sirleaf" userId="0e3fd1f203cc1720" providerId="LiveId" clId="{EEB4745E-E5F3-4E77-990C-5E5B0457FBAC}" dt="2026-07-17T16:02:55.392" v="283" actId="478"/>
          <ac:picMkLst>
            <pc:docMk/>
            <pc:sldMk cId="624117710" sldId="267"/>
            <ac:picMk id="9" creationId="{AE7A3A3A-004D-DD31-2E09-BA90C9BA9156}"/>
          </ac:picMkLst>
        </pc:picChg>
        <pc:picChg chg="add del mod">
          <ac:chgData name="melvin sirleaf" userId="0e3fd1f203cc1720" providerId="LiveId" clId="{EEB4745E-E5F3-4E77-990C-5E5B0457FBAC}" dt="2026-07-17T16:01:51.566" v="281" actId="478"/>
          <ac:picMkLst>
            <pc:docMk/>
            <pc:sldMk cId="624117710" sldId="267"/>
            <ac:picMk id="11" creationId="{6426A461-008F-128D-7992-763D16088233}"/>
          </ac:picMkLst>
        </pc:picChg>
        <pc:picChg chg="add del mod ord">
          <ac:chgData name="melvin sirleaf" userId="0e3fd1f203cc1720" providerId="LiveId" clId="{EEB4745E-E5F3-4E77-990C-5E5B0457FBAC}" dt="2026-07-17T16:03:04.929" v="285" actId="478"/>
          <ac:picMkLst>
            <pc:docMk/>
            <pc:sldMk cId="624117710" sldId="267"/>
            <ac:picMk id="15" creationId="{8968DFC1-8CF4-92B4-B981-F85AC024CB38}"/>
          </ac:picMkLst>
        </pc:picChg>
        <pc:picChg chg="add del mod ord">
          <ac:chgData name="melvin sirleaf" userId="0e3fd1f203cc1720" providerId="LiveId" clId="{EEB4745E-E5F3-4E77-990C-5E5B0457FBAC}" dt="2026-07-17T16:03:36.788" v="288" actId="478"/>
          <ac:picMkLst>
            <pc:docMk/>
            <pc:sldMk cId="624117710" sldId="267"/>
            <ac:picMk id="19" creationId="{F418F520-7F67-94BA-3037-44A24CA7630C}"/>
          </ac:picMkLst>
        </pc:picChg>
        <pc:cxnChg chg="add del">
          <ac:chgData name="melvin sirleaf" userId="0e3fd1f203cc1720" providerId="LiveId" clId="{EEB4745E-E5F3-4E77-990C-5E5B0457FBAC}" dt="2026-07-17T16:29:53.397" v="307" actId="26606"/>
          <ac:cxnSpMkLst>
            <pc:docMk/>
            <pc:sldMk cId="624117710" sldId="267"/>
            <ac:cxnSpMk id="29" creationId="{37C77032-C865-6057-7D7A-E2743CFA20F9}"/>
          </ac:cxnSpMkLst>
        </pc:cxnChg>
      </pc:sldChg>
      <pc:sldChg chg="addSp delSp modSp new mod setBg">
        <pc:chgData name="melvin sirleaf" userId="0e3fd1f203cc1720" providerId="LiveId" clId="{EEB4745E-E5F3-4E77-990C-5E5B0457FBAC}" dt="2026-07-18T11:48:26.300" v="608" actId="27918"/>
        <pc:sldMkLst>
          <pc:docMk/>
          <pc:sldMk cId="2696129811" sldId="268"/>
        </pc:sldMkLst>
        <pc:spChg chg="mod">
          <ac:chgData name="melvin sirleaf" userId="0e3fd1f203cc1720" providerId="LiveId" clId="{EEB4745E-E5F3-4E77-990C-5E5B0457FBAC}" dt="2026-07-17T16:52:41.189" v="405" actId="113"/>
          <ac:spMkLst>
            <pc:docMk/>
            <pc:sldMk cId="2696129811" sldId="268"/>
            <ac:spMk id="2" creationId="{C3F9F98F-6E9B-251B-3C6A-1353AA868212}"/>
          </ac:spMkLst>
        </pc:spChg>
        <pc:spChg chg="del">
          <ac:chgData name="melvin sirleaf" userId="0e3fd1f203cc1720" providerId="LiveId" clId="{EEB4745E-E5F3-4E77-990C-5E5B0457FBAC}" dt="2026-07-17T16:30:39.409" v="319" actId="478"/>
          <ac:spMkLst>
            <pc:docMk/>
            <pc:sldMk cId="2696129811" sldId="268"/>
            <ac:spMk id="3" creationId="{E16423F2-698F-B3BB-DE32-4A7D6ED29C99}"/>
          </ac:spMkLst>
        </pc:spChg>
        <pc:spChg chg="add mod">
          <ac:chgData name="melvin sirleaf" userId="0e3fd1f203cc1720" providerId="LiveId" clId="{EEB4745E-E5F3-4E77-990C-5E5B0457FBAC}" dt="2026-07-17T17:23:51.367" v="517" actId="20577"/>
          <ac:spMkLst>
            <pc:docMk/>
            <pc:sldMk cId="2696129811" sldId="268"/>
            <ac:spMk id="7" creationId="{3EF3846E-E8E3-1C6D-D84E-4E0431FC4F9F}"/>
          </ac:spMkLst>
        </pc:spChg>
        <pc:spChg chg="add del">
          <ac:chgData name="melvin sirleaf" userId="0e3fd1f203cc1720" providerId="LiveId" clId="{EEB4745E-E5F3-4E77-990C-5E5B0457FBAC}" dt="2026-07-17T16:32:11.065" v="327" actId="26606"/>
          <ac:spMkLst>
            <pc:docMk/>
            <pc:sldMk cId="2696129811" sldId="268"/>
            <ac:spMk id="10" creationId="{BA79A7CF-01AF-4178-9369-94E0C90EB046}"/>
          </ac:spMkLst>
        </pc:spChg>
        <pc:spChg chg="add del">
          <ac:chgData name="melvin sirleaf" userId="0e3fd1f203cc1720" providerId="LiveId" clId="{EEB4745E-E5F3-4E77-990C-5E5B0457FBAC}" dt="2026-07-17T16:32:11.065" v="327" actId="26606"/>
          <ac:spMkLst>
            <pc:docMk/>
            <pc:sldMk cId="2696129811" sldId="268"/>
            <ac:spMk id="12" creationId="{99413ED5-9ED4-4772-BCE4-2BCAE6B12E35}"/>
          </ac:spMkLst>
        </pc:spChg>
        <pc:spChg chg="add del">
          <ac:chgData name="melvin sirleaf" userId="0e3fd1f203cc1720" providerId="LiveId" clId="{EEB4745E-E5F3-4E77-990C-5E5B0457FBAC}" dt="2026-07-17T16:32:11.065" v="327" actId="26606"/>
          <ac:spMkLst>
            <pc:docMk/>
            <pc:sldMk cId="2696129811" sldId="268"/>
            <ac:spMk id="14" creationId="{04357C93-F0CB-4A1C-8F77-4E9063789819}"/>
          </ac:spMkLst>
        </pc:spChg>
        <pc:spChg chg="add del">
          <ac:chgData name="melvin sirleaf" userId="0e3fd1f203cc1720" providerId="LiveId" clId="{EEB4745E-E5F3-4E77-990C-5E5B0457FBAC}" dt="2026-07-17T16:32:11.065" v="327" actId="26606"/>
          <ac:spMkLst>
            <pc:docMk/>
            <pc:sldMk cId="2696129811" sldId="268"/>
            <ac:spMk id="16" creationId="{90F533E9-6690-41A8-A372-4C6C622D028D}"/>
          </ac:spMkLst>
        </pc:spChg>
        <pc:spChg chg="add del">
          <ac:chgData name="melvin sirleaf" userId="0e3fd1f203cc1720" providerId="LiveId" clId="{EEB4745E-E5F3-4E77-990C-5E5B0457FBAC}" dt="2026-07-17T16:38:22.285" v="342" actId="26606"/>
          <ac:spMkLst>
            <pc:docMk/>
            <pc:sldMk cId="2696129811" sldId="268"/>
            <ac:spMk id="21" creationId="{50CEED20-A22C-4FC3-BC0E-F4FE53FDEB97}"/>
          </ac:spMkLst>
        </pc:spChg>
        <pc:spChg chg="add del">
          <ac:chgData name="melvin sirleaf" userId="0e3fd1f203cc1720" providerId="LiveId" clId="{EEB4745E-E5F3-4E77-990C-5E5B0457FBAC}" dt="2026-07-17T16:38:22.285" v="342" actId="26606"/>
          <ac:spMkLst>
            <pc:docMk/>
            <pc:sldMk cId="2696129811" sldId="268"/>
            <ac:spMk id="28" creationId="{19C9EAEA-39D0-4B0E-A0EB-51E7B26740B1}"/>
          </ac:spMkLst>
        </pc:spChg>
        <pc:spChg chg="add del">
          <ac:chgData name="melvin sirleaf" userId="0e3fd1f203cc1720" providerId="LiveId" clId="{EEB4745E-E5F3-4E77-990C-5E5B0457FBAC}" dt="2026-07-17T16:38:22.285" v="342" actId="26606"/>
          <ac:spMkLst>
            <pc:docMk/>
            <pc:sldMk cId="2696129811" sldId="268"/>
            <ac:spMk id="30" creationId="{3873B707-463F-40B0-8227-E8CC6C67EB25}"/>
          </ac:spMkLst>
        </pc:spChg>
        <pc:spChg chg="add">
          <ac:chgData name="melvin sirleaf" userId="0e3fd1f203cc1720" providerId="LiveId" clId="{EEB4745E-E5F3-4E77-990C-5E5B0457FBAC}" dt="2026-07-17T16:38:22.285" v="342" actId="26606"/>
          <ac:spMkLst>
            <pc:docMk/>
            <pc:sldMk cId="2696129811" sldId="268"/>
            <ac:spMk id="35" creationId="{DBC6133C-0615-4CE4-9132-37E609A9BDFA}"/>
          </ac:spMkLst>
        </pc:spChg>
        <pc:spChg chg="add">
          <ac:chgData name="melvin sirleaf" userId="0e3fd1f203cc1720" providerId="LiveId" clId="{EEB4745E-E5F3-4E77-990C-5E5B0457FBAC}" dt="2026-07-17T16:38:22.285" v="342" actId="26606"/>
          <ac:spMkLst>
            <pc:docMk/>
            <pc:sldMk cId="2696129811" sldId="268"/>
            <ac:spMk id="37" creationId="{169CC832-2974-4E8D-90ED-3E2941BA7336}"/>
          </ac:spMkLst>
        </pc:spChg>
        <pc:spChg chg="add">
          <ac:chgData name="melvin sirleaf" userId="0e3fd1f203cc1720" providerId="LiveId" clId="{EEB4745E-E5F3-4E77-990C-5E5B0457FBAC}" dt="2026-07-17T16:38:22.285" v="342" actId="26606"/>
          <ac:spMkLst>
            <pc:docMk/>
            <pc:sldMk cId="2696129811" sldId="268"/>
            <ac:spMk id="39" creationId="{55222F96-971A-4F90-B841-6BAB416C7AC1}"/>
          </ac:spMkLst>
        </pc:spChg>
        <pc:spChg chg="add">
          <ac:chgData name="melvin sirleaf" userId="0e3fd1f203cc1720" providerId="LiveId" clId="{EEB4745E-E5F3-4E77-990C-5E5B0457FBAC}" dt="2026-07-17T16:38:22.285" v="342" actId="26606"/>
          <ac:spMkLst>
            <pc:docMk/>
            <pc:sldMk cId="2696129811" sldId="268"/>
            <ac:spMk id="41" creationId="{08980754-6F4B-43C9-B9BE-127B6BED6586}"/>
          </ac:spMkLst>
        </pc:spChg>
        <pc:spChg chg="add">
          <ac:chgData name="melvin sirleaf" userId="0e3fd1f203cc1720" providerId="LiveId" clId="{EEB4745E-E5F3-4E77-990C-5E5B0457FBAC}" dt="2026-07-17T16:38:22.285" v="342" actId="26606"/>
          <ac:spMkLst>
            <pc:docMk/>
            <pc:sldMk cId="2696129811" sldId="268"/>
            <ac:spMk id="43" creationId="{2C1BBA94-3F40-40AA-8BB9-E69E25E537C1}"/>
          </ac:spMkLst>
        </pc:spChg>
        <pc:grpChg chg="add">
          <ac:chgData name="melvin sirleaf" userId="0e3fd1f203cc1720" providerId="LiveId" clId="{EEB4745E-E5F3-4E77-990C-5E5B0457FBAC}" dt="2026-07-17T16:32:11.065" v="327" actId="26606"/>
          <ac:grpSpMkLst>
            <pc:docMk/>
            <pc:sldMk cId="2696129811" sldId="268"/>
            <ac:grpSpMk id="23" creationId="{032D8612-31EB-44CF-A1D0-14FD4C705424}"/>
          </ac:grpSpMkLst>
        </pc:grpChg>
        <pc:graphicFrameChg chg="add mod">
          <ac:chgData name="melvin sirleaf" userId="0e3fd1f203cc1720" providerId="LiveId" clId="{EEB4745E-E5F3-4E77-990C-5E5B0457FBAC}" dt="2026-07-17T16:30:33.365" v="318"/>
          <ac:graphicFrameMkLst>
            <pc:docMk/>
            <pc:sldMk cId="2696129811" sldId="268"/>
            <ac:graphicFrameMk id="4" creationId="{A5DD2BE8-2251-3632-6870-D03D78B5736C}"/>
          </ac:graphicFrameMkLst>
        </pc:graphicFrameChg>
        <pc:graphicFrameChg chg="add mod">
          <ac:chgData name="melvin sirleaf" userId="0e3fd1f203cc1720" providerId="LiveId" clId="{EEB4745E-E5F3-4E77-990C-5E5B0457FBAC}" dt="2026-07-17T16:32:11.065" v="327" actId="26606"/>
          <ac:graphicFrameMkLst>
            <pc:docMk/>
            <pc:sldMk cId="2696129811" sldId="268"/>
            <ac:graphicFrameMk id="5" creationId="{A5DD2BE8-2251-3632-6870-D03D78B5736C}"/>
          </ac:graphicFrameMkLst>
        </pc:graphicFrameChg>
      </pc:sldChg>
      <pc:sldChg chg="addSp delSp modSp new mod">
        <pc:chgData name="melvin sirleaf" userId="0e3fd1f203cc1720" providerId="LiveId" clId="{EEB4745E-E5F3-4E77-990C-5E5B0457FBAC}" dt="2026-07-18T11:48:32.844" v="609" actId="27918"/>
        <pc:sldMkLst>
          <pc:docMk/>
          <pc:sldMk cId="1527609326" sldId="269"/>
        </pc:sldMkLst>
        <pc:spChg chg="del">
          <ac:chgData name="melvin sirleaf" userId="0e3fd1f203cc1720" providerId="LiveId" clId="{EEB4745E-E5F3-4E77-990C-5E5B0457FBAC}" dt="2026-07-17T16:46:54.740" v="351" actId="478"/>
          <ac:spMkLst>
            <pc:docMk/>
            <pc:sldMk cId="1527609326" sldId="269"/>
            <ac:spMk id="2" creationId="{D1028E1A-0033-A187-B658-E12E94E90681}"/>
          </ac:spMkLst>
        </pc:spChg>
        <pc:spChg chg="del">
          <ac:chgData name="melvin sirleaf" userId="0e3fd1f203cc1720" providerId="LiveId" clId="{EEB4745E-E5F3-4E77-990C-5E5B0457FBAC}" dt="2026-07-17T16:46:50.676" v="350" actId="478"/>
          <ac:spMkLst>
            <pc:docMk/>
            <pc:sldMk cId="1527609326" sldId="269"/>
            <ac:spMk id="3" creationId="{8304BC56-1233-CE6B-E72D-D97FE9BADB33}"/>
          </ac:spMkLst>
        </pc:spChg>
        <pc:spChg chg="add mod">
          <ac:chgData name="melvin sirleaf" userId="0e3fd1f203cc1720" providerId="LiveId" clId="{EEB4745E-E5F3-4E77-990C-5E5B0457FBAC}" dt="2026-07-17T16:53:19.558" v="414" actId="1076"/>
          <ac:spMkLst>
            <pc:docMk/>
            <pc:sldMk cId="1527609326" sldId="269"/>
            <ac:spMk id="6" creationId="{209275B4-9DD6-971C-6382-0CFEA75F6C0D}"/>
          </ac:spMkLst>
        </pc:spChg>
        <pc:spChg chg="add mod">
          <ac:chgData name="melvin sirleaf" userId="0e3fd1f203cc1720" providerId="LiveId" clId="{EEB4745E-E5F3-4E77-990C-5E5B0457FBAC}" dt="2026-07-17T16:51:52.775" v="402" actId="1076"/>
          <ac:spMkLst>
            <pc:docMk/>
            <pc:sldMk cId="1527609326" sldId="269"/>
            <ac:spMk id="8" creationId="{44778438-8C09-6481-118D-91EACA0732FB}"/>
          </ac:spMkLst>
        </pc:spChg>
        <pc:spChg chg="add mod">
          <ac:chgData name="melvin sirleaf" userId="0e3fd1f203cc1720" providerId="LiveId" clId="{EEB4745E-E5F3-4E77-990C-5E5B0457FBAC}" dt="2026-07-17T16:51:56.312" v="403" actId="1076"/>
          <ac:spMkLst>
            <pc:docMk/>
            <pc:sldMk cId="1527609326" sldId="269"/>
            <ac:spMk id="9" creationId="{5C18B7A3-ABDB-6160-8783-03361E6E9C84}"/>
          </ac:spMkLst>
        </pc:spChg>
        <pc:spChg chg="add mod">
          <ac:chgData name="melvin sirleaf" userId="0e3fd1f203cc1720" providerId="LiveId" clId="{EEB4745E-E5F3-4E77-990C-5E5B0457FBAC}" dt="2026-07-17T16:54:33.298" v="416" actId="1076"/>
          <ac:spMkLst>
            <pc:docMk/>
            <pc:sldMk cId="1527609326" sldId="269"/>
            <ac:spMk id="11" creationId="{096879A2-670E-56E4-6FFF-442A68FEC4D1}"/>
          </ac:spMkLst>
        </pc:spChg>
        <pc:graphicFrameChg chg="add mod">
          <ac:chgData name="melvin sirleaf" userId="0e3fd1f203cc1720" providerId="LiveId" clId="{EEB4745E-E5F3-4E77-990C-5E5B0457FBAC}" dt="2026-07-17T16:53:05.104" v="412" actId="14100"/>
          <ac:graphicFrameMkLst>
            <pc:docMk/>
            <pc:sldMk cId="1527609326" sldId="269"/>
            <ac:graphicFrameMk id="4" creationId="{924B87FB-19A8-9CBA-F12F-4F26AFB8EC32}"/>
          </ac:graphicFrameMkLst>
        </pc:graphicFrameChg>
      </pc:sldChg>
      <pc:sldChg chg="addSp delSp modSp new mod setBg">
        <pc:chgData name="melvin sirleaf" userId="0e3fd1f203cc1720" providerId="LiveId" clId="{EEB4745E-E5F3-4E77-990C-5E5B0457FBAC}" dt="2026-07-18T11:48:42.483" v="610" actId="27918"/>
        <pc:sldMkLst>
          <pc:docMk/>
          <pc:sldMk cId="2239409945" sldId="270"/>
        </pc:sldMkLst>
        <pc:spChg chg="mod">
          <ac:chgData name="melvin sirleaf" userId="0e3fd1f203cc1720" providerId="LiveId" clId="{EEB4745E-E5F3-4E77-990C-5E5B0457FBAC}" dt="2026-07-17T17:01:44.296" v="442" actId="26606"/>
          <ac:spMkLst>
            <pc:docMk/>
            <pc:sldMk cId="2239409945" sldId="270"/>
            <ac:spMk id="2" creationId="{B17561E0-9FF7-B766-938E-7F61CF7F121D}"/>
          </ac:spMkLst>
        </pc:spChg>
        <pc:spChg chg="del">
          <ac:chgData name="melvin sirleaf" userId="0e3fd1f203cc1720" providerId="LiveId" clId="{EEB4745E-E5F3-4E77-990C-5E5B0457FBAC}" dt="2026-07-17T16:57:34.054" v="418" actId="478"/>
          <ac:spMkLst>
            <pc:docMk/>
            <pc:sldMk cId="2239409945" sldId="270"/>
            <ac:spMk id="3" creationId="{15EC9454-37E6-8133-64C8-37C1D899FC56}"/>
          </ac:spMkLst>
        </pc:spChg>
        <pc:spChg chg="add del mod">
          <ac:chgData name="melvin sirleaf" userId="0e3fd1f203cc1720" providerId="LiveId" clId="{EEB4745E-E5F3-4E77-990C-5E5B0457FBAC}" dt="2026-07-17T16:59:40.020" v="428" actId="478"/>
          <ac:spMkLst>
            <pc:docMk/>
            <pc:sldMk cId="2239409945" sldId="270"/>
            <ac:spMk id="6" creationId="{CF3C1117-BBCA-0763-EE10-0DBA20D93AE9}"/>
          </ac:spMkLst>
        </pc:spChg>
        <pc:spChg chg="add del mod">
          <ac:chgData name="melvin sirleaf" userId="0e3fd1f203cc1720" providerId="LiveId" clId="{EEB4745E-E5F3-4E77-990C-5E5B0457FBAC}" dt="2026-07-17T17:01:05.920" v="434" actId="478"/>
          <ac:spMkLst>
            <pc:docMk/>
            <pc:sldMk cId="2239409945" sldId="270"/>
            <ac:spMk id="8" creationId="{6725F6A9-0A61-AB75-D004-444EDFD31C38}"/>
          </ac:spMkLst>
        </pc:spChg>
        <pc:spChg chg="add mod">
          <ac:chgData name="melvin sirleaf" userId="0e3fd1f203cc1720" providerId="LiveId" clId="{EEB4745E-E5F3-4E77-990C-5E5B0457FBAC}" dt="2026-07-17T17:01:44.296" v="442" actId="26606"/>
          <ac:spMkLst>
            <pc:docMk/>
            <pc:sldMk cId="2239409945" sldId="270"/>
            <ac:spMk id="10" creationId="{885513D4-5AAF-07D0-919F-667A2A24E5C6}"/>
          </ac:spMkLst>
        </pc:spChg>
        <pc:spChg chg="add">
          <ac:chgData name="melvin sirleaf" userId="0e3fd1f203cc1720" providerId="LiveId" clId="{EEB4745E-E5F3-4E77-990C-5E5B0457FBAC}" dt="2026-07-17T17:01:44.296" v="442" actId="26606"/>
          <ac:spMkLst>
            <pc:docMk/>
            <pc:sldMk cId="2239409945" sldId="270"/>
            <ac:spMk id="15" creationId="{DBC6133C-0615-4CE4-9132-37E609A9BDFA}"/>
          </ac:spMkLst>
        </pc:spChg>
        <pc:spChg chg="add">
          <ac:chgData name="melvin sirleaf" userId="0e3fd1f203cc1720" providerId="LiveId" clId="{EEB4745E-E5F3-4E77-990C-5E5B0457FBAC}" dt="2026-07-17T17:01:44.296" v="442" actId="26606"/>
          <ac:spMkLst>
            <pc:docMk/>
            <pc:sldMk cId="2239409945" sldId="270"/>
            <ac:spMk id="17" creationId="{169CC832-2974-4E8D-90ED-3E2941BA7336}"/>
          </ac:spMkLst>
        </pc:spChg>
        <pc:spChg chg="add">
          <ac:chgData name="melvin sirleaf" userId="0e3fd1f203cc1720" providerId="LiveId" clId="{EEB4745E-E5F3-4E77-990C-5E5B0457FBAC}" dt="2026-07-17T17:01:44.296" v="442" actId="26606"/>
          <ac:spMkLst>
            <pc:docMk/>
            <pc:sldMk cId="2239409945" sldId="270"/>
            <ac:spMk id="19" creationId="{55222F96-971A-4F90-B841-6BAB416C7AC1}"/>
          </ac:spMkLst>
        </pc:spChg>
        <pc:spChg chg="add">
          <ac:chgData name="melvin sirleaf" userId="0e3fd1f203cc1720" providerId="LiveId" clId="{EEB4745E-E5F3-4E77-990C-5E5B0457FBAC}" dt="2026-07-17T17:01:44.296" v="442" actId="26606"/>
          <ac:spMkLst>
            <pc:docMk/>
            <pc:sldMk cId="2239409945" sldId="270"/>
            <ac:spMk id="21" creationId="{08980754-6F4B-43C9-B9BE-127B6BED6586}"/>
          </ac:spMkLst>
        </pc:spChg>
        <pc:spChg chg="add">
          <ac:chgData name="melvin sirleaf" userId="0e3fd1f203cc1720" providerId="LiveId" clId="{EEB4745E-E5F3-4E77-990C-5E5B0457FBAC}" dt="2026-07-17T17:01:44.296" v="442" actId="26606"/>
          <ac:spMkLst>
            <pc:docMk/>
            <pc:sldMk cId="2239409945" sldId="270"/>
            <ac:spMk id="23" creationId="{2C1BBA94-3F40-40AA-8BB9-E69E25E537C1}"/>
          </ac:spMkLst>
        </pc:spChg>
        <pc:graphicFrameChg chg="add mod ord">
          <ac:chgData name="melvin sirleaf" userId="0e3fd1f203cc1720" providerId="LiveId" clId="{EEB4745E-E5F3-4E77-990C-5E5B0457FBAC}" dt="2026-07-17T17:15:44.415" v="493" actId="20577"/>
          <ac:graphicFrameMkLst>
            <pc:docMk/>
            <pc:sldMk cId="2239409945" sldId="270"/>
            <ac:graphicFrameMk id="4" creationId="{3BEE1E3B-04B5-D5A8-DB7D-F90A7D42B554}"/>
          </ac:graphicFrameMkLst>
        </pc:graphicFrameChg>
      </pc:sldChg>
      <pc:sldChg chg="addSp delSp modSp new mod">
        <pc:chgData name="melvin sirleaf" userId="0e3fd1f203cc1720" providerId="LiveId" clId="{EEB4745E-E5F3-4E77-990C-5E5B0457FBAC}" dt="2026-07-18T11:48:52.433" v="611" actId="27918"/>
        <pc:sldMkLst>
          <pc:docMk/>
          <pc:sldMk cId="1645660762" sldId="271"/>
        </pc:sldMkLst>
        <pc:spChg chg="mod">
          <ac:chgData name="melvin sirleaf" userId="0e3fd1f203cc1720" providerId="LiveId" clId="{EEB4745E-E5F3-4E77-990C-5E5B0457FBAC}" dt="2026-07-17T17:10:20.991" v="459" actId="255"/>
          <ac:spMkLst>
            <pc:docMk/>
            <pc:sldMk cId="1645660762" sldId="271"/>
            <ac:spMk id="2" creationId="{7074C3BB-2AC0-40F6-1EF2-8BA4716DD2C9}"/>
          </ac:spMkLst>
        </pc:spChg>
        <pc:spChg chg="del">
          <ac:chgData name="melvin sirleaf" userId="0e3fd1f203cc1720" providerId="LiveId" clId="{EEB4745E-E5F3-4E77-990C-5E5B0457FBAC}" dt="2026-07-17T17:09:15.619" v="450" actId="478"/>
          <ac:spMkLst>
            <pc:docMk/>
            <pc:sldMk cId="1645660762" sldId="271"/>
            <ac:spMk id="3" creationId="{6F625170-5DE4-9815-75F7-8C5373B081BC}"/>
          </ac:spMkLst>
        </pc:spChg>
        <pc:spChg chg="add mod">
          <ac:chgData name="melvin sirleaf" userId="0e3fd1f203cc1720" providerId="LiveId" clId="{EEB4745E-E5F3-4E77-990C-5E5B0457FBAC}" dt="2026-07-17T17:11:55.704" v="468" actId="1076"/>
          <ac:spMkLst>
            <pc:docMk/>
            <pc:sldMk cId="1645660762" sldId="271"/>
            <ac:spMk id="7" creationId="{2F0CC806-77F8-7931-5A32-5C9A550CF26C}"/>
          </ac:spMkLst>
        </pc:spChg>
        <pc:spChg chg="add mod">
          <ac:chgData name="melvin sirleaf" userId="0e3fd1f203cc1720" providerId="LiveId" clId="{EEB4745E-E5F3-4E77-990C-5E5B0457FBAC}" dt="2026-07-17T17:11:52.624" v="466" actId="1076"/>
          <ac:spMkLst>
            <pc:docMk/>
            <pc:sldMk cId="1645660762" sldId="271"/>
            <ac:spMk id="9" creationId="{7B65CA4A-534D-039E-2868-C712A302C43C}"/>
          </ac:spMkLst>
        </pc:spChg>
        <pc:spChg chg="add mod">
          <ac:chgData name="melvin sirleaf" userId="0e3fd1f203cc1720" providerId="LiveId" clId="{EEB4745E-E5F3-4E77-990C-5E5B0457FBAC}" dt="2026-07-17T17:12:51.248" v="472" actId="1076"/>
          <ac:spMkLst>
            <pc:docMk/>
            <pc:sldMk cId="1645660762" sldId="271"/>
            <ac:spMk id="11" creationId="{C8A594C0-6930-BFFF-9BEE-B7BC3B4E4827}"/>
          </ac:spMkLst>
        </pc:spChg>
        <pc:graphicFrameChg chg="add del mod">
          <ac:chgData name="melvin sirleaf" userId="0e3fd1f203cc1720" providerId="LiveId" clId="{EEB4745E-E5F3-4E77-990C-5E5B0457FBAC}" dt="2026-07-17T17:09:39.374" v="453" actId="478"/>
          <ac:graphicFrameMkLst>
            <pc:docMk/>
            <pc:sldMk cId="1645660762" sldId="271"/>
            <ac:graphicFrameMk id="4" creationId="{16107C19-DCC1-9641-356C-BE63532E0E2F}"/>
          </ac:graphicFrameMkLst>
        </pc:graphicFrameChg>
        <pc:graphicFrameChg chg="add mod">
          <ac:chgData name="melvin sirleaf" userId="0e3fd1f203cc1720" providerId="LiveId" clId="{EEB4745E-E5F3-4E77-990C-5E5B0457FBAC}" dt="2026-07-17T17:10:32.630" v="461" actId="14100"/>
          <ac:graphicFrameMkLst>
            <pc:docMk/>
            <pc:sldMk cId="1645660762" sldId="271"/>
            <ac:graphicFrameMk id="5" creationId="{16107C19-DCC1-9641-356C-BE63532E0E2F}"/>
          </ac:graphicFrameMkLst>
        </pc:graphicFrameChg>
      </pc:sldChg>
      <pc:sldChg chg="addSp delSp modSp new mod setBg">
        <pc:chgData name="melvin sirleaf" userId="0e3fd1f203cc1720" providerId="LiveId" clId="{EEB4745E-E5F3-4E77-990C-5E5B0457FBAC}" dt="2026-07-17T17:20:37.218" v="515" actId="26606"/>
        <pc:sldMkLst>
          <pc:docMk/>
          <pc:sldMk cId="2086060226" sldId="272"/>
        </pc:sldMkLst>
        <pc:spChg chg="mod">
          <ac:chgData name="melvin sirleaf" userId="0e3fd1f203cc1720" providerId="LiveId" clId="{EEB4745E-E5F3-4E77-990C-5E5B0457FBAC}" dt="2026-07-17T17:20:37.218" v="515" actId="26606"/>
          <ac:spMkLst>
            <pc:docMk/>
            <pc:sldMk cId="2086060226" sldId="272"/>
            <ac:spMk id="2" creationId="{33FCB077-788C-60C3-B156-A9E567B1D66B}"/>
          </ac:spMkLst>
        </pc:spChg>
        <pc:spChg chg="del mod">
          <ac:chgData name="melvin sirleaf" userId="0e3fd1f203cc1720" providerId="LiveId" clId="{EEB4745E-E5F3-4E77-990C-5E5B0457FBAC}" dt="2026-07-17T17:20:37.218" v="515" actId="26606"/>
          <ac:spMkLst>
            <pc:docMk/>
            <pc:sldMk cId="2086060226" sldId="272"/>
            <ac:spMk id="3" creationId="{1821A035-7DAC-02AC-36C7-C6137E31FDF2}"/>
          </ac:spMkLst>
        </pc:spChg>
        <pc:spChg chg="add">
          <ac:chgData name="melvin sirleaf" userId="0e3fd1f203cc1720" providerId="LiveId" clId="{EEB4745E-E5F3-4E77-990C-5E5B0457FBAC}" dt="2026-07-17T17:20:37.218" v="515" actId="26606"/>
          <ac:spMkLst>
            <pc:docMk/>
            <pc:sldMk cId="2086060226" sldId="272"/>
            <ac:spMk id="9" creationId="{BACC6370-2D7E-4714-9D71-7542949D7D5D}"/>
          </ac:spMkLst>
        </pc:spChg>
        <pc:spChg chg="add">
          <ac:chgData name="melvin sirleaf" userId="0e3fd1f203cc1720" providerId="LiveId" clId="{EEB4745E-E5F3-4E77-990C-5E5B0457FBAC}" dt="2026-07-17T17:20:37.218" v="515" actId="26606"/>
          <ac:spMkLst>
            <pc:docMk/>
            <pc:sldMk cId="2086060226" sldId="272"/>
            <ac:spMk id="11" creationId="{F68B3F68-107C-434F-AA38-110D5EA91B85}"/>
          </ac:spMkLst>
        </pc:spChg>
        <pc:spChg chg="add">
          <ac:chgData name="melvin sirleaf" userId="0e3fd1f203cc1720" providerId="LiveId" clId="{EEB4745E-E5F3-4E77-990C-5E5B0457FBAC}" dt="2026-07-17T17:20:37.218" v="515" actId="26606"/>
          <ac:spMkLst>
            <pc:docMk/>
            <pc:sldMk cId="2086060226" sldId="272"/>
            <ac:spMk id="13" creationId="{AAD0DBB9-1A4B-4391-81D4-CB19F9AB918A}"/>
          </ac:spMkLst>
        </pc:spChg>
        <pc:spChg chg="add">
          <ac:chgData name="melvin sirleaf" userId="0e3fd1f203cc1720" providerId="LiveId" clId="{EEB4745E-E5F3-4E77-990C-5E5B0457FBAC}" dt="2026-07-17T17:20:37.218" v="515" actId="26606"/>
          <ac:spMkLst>
            <pc:docMk/>
            <pc:sldMk cId="2086060226" sldId="272"/>
            <ac:spMk id="15" creationId="{063BBA22-50EA-4C4D-BE05-F1CE4E63AA56}"/>
          </ac:spMkLst>
        </pc:spChg>
        <pc:graphicFrameChg chg="add">
          <ac:chgData name="melvin sirleaf" userId="0e3fd1f203cc1720" providerId="LiveId" clId="{EEB4745E-E5F3-4E77-990C-5E5B0457FBAC}" dt="2026-07-17T17:20:37.218" v="515" actId="26606"/>
          <ac:graphicFrameMkLst>
            <pc:docMk/>
            <pc:sldMk cId="2086060226" sldId="272"/>
            <ac:graphicFrameMk id="5" creationId="{02A5DA75-B720-930A-9344-396F06E0E7AD}"/>
          </ac:graphicFrameMkLst>
        </pc:graphicFrame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r>
              <a:rPr lang="en-US" dirty="0">
                <a:solidFill>
                  <a:sysClr val="windowText" lastClr="000000"/>
                </a:solidFill>
              </a:rPr>
              <a:t>Influenza VACCINE</a:t>
            </a:r>
          </a:p>
        </c:rich>
      </c:tx>
      <c:layout>
        <c:manualLayout>
          <c:xMode val="edge"/>
          <c:yMode val="edge"/>
          <c:x val="8.6393897060625627E-2"/>
          <c:y val="0.16338394321233812"/>
        </c:manualLayout>
      </c:layout>
      <c:overlay val="0"/>
      <c:spPr>
        <a:noFill/>
        <a:ln>
          <a:noFill/>
        </a:ln>
        <a:effectLst/>
      </c:spPr>
      <c:txPr>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endParaRPr lang="en-US"/>
        </a:p>
      </c:txPr>
    </c:title>
    <c:autoTitleDeleted val="0"/>
    <c:plotArea>
      <c:layout>
        <c:manualLayout>
          <c:layoutTarget val="inner"/>
          <c:xMode val="edge"/>
          <c:yMode val="edge"/>
          <c:x val="4.8521154285227797E-2"/>
          <c:y val="0.11338334395650493"/>
          <c:w val="0.89546833016654348"/>
          <c:h val="0.81987001596199627"/>
        </c:manualLayout>
      </c:layout>
      <c:barChart>
        <c:barDir val="bar"/>
        <c:grouping val="clustered"/>
        <c:varyColors val="0"/>
        <c:ser>
          <c:idx val="0"/>
          <c:order val="0"/>
          <c:tx>
            <c:strRef>
              <c:f>Sheet1!$B$4</c:f>
              <c:strCache>
                <c:ptCount val="1"/>
              </c:strCache>
            </c:strRef>
          </c:tx>
          <c:spPr>
            <a:pattFill prst="narVert">
              <a:fgClr>
                <a:schemeClr val="accent1"/>
              </a:fgClr>
              <a:bgClr>
                <a:schemeClr val="accent1">
                  <a:lumMod val="20000"/>
                  <a:lumOff val="80000"/>
                </a:schemeClr>
              </a:bgClr>
            </a:pattFill>
            <a:ln>
              <a:noFill/>
            </a:ln>
            <a:effectLst>
              <a:innerShdw blurRad="114300">
                <a:schemeClr val="accent1"/>
              </a:innerShdw>
            </a:effectLst>
          </c:spPr>
          <c:invertIfNegative val="0"/>
          <c:cat>
            <c:numRef>
              <c:f>Sheet1!$C$3:$E$3</c:f>
              <c:numCache>
                <c:formatCode>General</c:formatCode>
                <c:ptCount val="3"/>
              </c:numCache>
            </c:numRef>
          </c:cat>
          <c:val>
            <c:numRef>
              <c:f>Sheet1!$C$4:$E$4</c:f>
              <c:numCache>
                <c:formatCode>General</c:formatCode>
                <c:ptCount val="3"/>
              </c:numCache>
            </c:numRef>
          </c:val>
          <c:extLst>
            <c:ext xmlns:c16="http://schemas.microsoft.com/office/drawing/2014/chart" uri="{C3380CC4-5D6E-409C-BE32-E72D297353CC}">
              <c16:uniqueId val="{00000000-50A8-4E38-BEB1-084BE877EC9B}"/>
            </c:ext>
          </c:extLst>
        </c:ser>
        <c:dLbls>
          <c:showLegendKey val="0"/>
          <c:showVal val="0"/>
          <c:showCatName val="0"/>
          <c:showSerName val="0"/>
          <c:showPercent val="0"/>
          <c:showBubbleSize val="0"/>
        </c:dLbls>
        <c:gapWidth val="227"/>
        <c:overlap val="-48"/>
        <c:axId val="319319279"/>
        <c:axId val="642047903"/>
      </c:barChart>
      <c:catAx>
        <c:axId val="319319279"/>
        <c:scaling>
          <c:orientation val="minMax"/>
        </c:scaling>
        <c:delete val="1"/>
        <c:axPos val="l"/>
        <c:numFmt formatCode="General" sourceLinked="1"/>
        <c:majorTickMark val="none"/>
        <c:minorTickMark val="none"/>
        <c:tickLblPos val="nextTo"/>
        <c:crossAx val="642047903"/>
        <c:crosses val="autoZero"/>
        <c:auto val="1"/>
        <c:lblAlgn val="ctr"/>
        <c:lblOffset val="100"/>
        <c:noMultiLvlLbl val="0"/>
      </c:catAx>
      <c:valAx>
        <c:axId val="642047903"/>
        <c:scaling>
          <c:orientation val="minMax"/>
        </c:scaling>
        <c:delete val="1"/>
        <c:axPos val="b"/>
        <c:numFmt formatCode="General" sourceLinked="1"/>
        <c:majorTickMark val="none"/>
        <c:minorTickMark val="none"/>
        <c:tickLblPos val="nextTo"/>
        <c:crossAx val="31931927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Sheet1!$B$21</c:f>
              <c:strCache>
                <c:ptCount val="1"/>
                <c:pt idx="0">
                  <c:v>Influenza</c:v>
                </c:pt>
              </c:strCache>
            </c:strRef>
          </c:tx>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Sheet1!$C$20</c:f>
              <c:strCache>
                <c:ptCount val="1"/>
                <c:pt idx="0">
                  <c:v>Total Vaccinations</c:v>
                </c:pt>
              </c:strCache>
            </c:strRef>
          </c:cat>
          <c:val>
            <c:numRef>
              <c:f>Sheet1!$C$21</c:f>
              <c:numCache>
                <c:formatCode>General</c:formatCode>
                <c:ptCount val="1"/>
                <c:pt idx="0">
                  <c:v>5685000</c:v>
                </c:pt>
              </c:numCache>
            </c:numRef>
          </c:val>
          <c:extLst>
            <c:ext xmlns:c16="http://schemas.microsoft.com/office/drawing/2014/chart" uri="{C3380CC4-5D6E-409C-BE32-E72D297353CC}">
              <c16:uniqueId val="{00000000-1569-4170-B11A-6337132DC748}"/>
            </c:ext>
          </c:extLst>
        </c:ser>
        <c:dLbls>
          <c:showLegendKey val="0"/>
          <c:showVal val="0"/>
          <c:showCatName val="0"/>
          <c:showSerName val="0"/>
          <c:showPercent val="0"/>
          <c:showBubbleSize val="0"/>
        </c:dLbls>
        <c:gapWidth val="100"/>
        <c:axId val="1505966223"/>
        <c:axId val="1505969583"/>
      </c:barChart>
      <c:catAx>
        <c:axId val="1505966223"/>
        <c:scaling>
          <c:orientation val="minMax"/>
        </c:scaling>
        <c:delete val="1"/>
        <c:axPos val="l"/>
        <c:numFmt formatCode="General" sourceLinked="1"/>
        <c:majorTickMark val="out"/>
        <c:minorTickMark val="none"/>
        <c:tickLblPos val="nextTo"/>
        <c:crossAx val="1505969583"/>
        <c:crosses val="autoZero"/>
        <c:auto val="1"/>
        <c:lblAlgn val="ctr"/>
        <c:lblOffset val="100"/>
        <c:noMultiLvlLbl val="0"/>
      </c:catAx>
      <c:valAx>
        <c:axId val="1505969583"/>
        <c:scaling>
          <c:orientation val="minMax"/>
        </c:scaling>
        <c:delete val="1"/>
        <c:axPos val="b"/>
        <c:numFmt formatCode="General" sourceLinked="1"/>
        <c:majorTickMark val="out"/>
        <c:minorTickMark val="none"/>
        <c:tickLblPos val="nextTo"/>
        <c:crossAx val="150596622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980314960629921"/>
          <c:y val="0.16708333333333336"/>
          <c:w val="0.8396412948381452"/>
          <c:h val="0.72125801983085447"/>
        </c:manualLayout>
      </c:layout>
      <c:barChart>
        <c:barDir val="bar"/>
        <c:grouping val="clustered"/>
        <c:varyColors val="0"/>
        <c:ser>
          <c:idx val="0"/>
          <c:order val="0"/>
          <c:tx>
            <c:strRef>
              <c:f>Sheet1!$D$5</c:f>
              <c:strCache>
                <c:ptCount val="1"/>
                <c:pt idx="0">
                  <c:v>Vaccination Numbers</c:v>
                </c:pt>
              </c:strCache>
            </c:strRef>
          </c:tx>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Sheet1!$C$6:$C$10</c:f>
              <c:strCache>
                <c:ptCount val="5"/>
                <c:pt idx="0">
                  <c:v>Uzbekistan</c:v>
                </c:pt>
                <c:pt idx="1">
                  <c:v>Mongolia</c:v>
                </c:pt>
                <c:pt idx="2">
                  <c:v>Kazakhstan</c:v>
                </c:pt>
                <c:pt idx="3">
                  <c:v>Laos</c:v>
                </c:pt>
                <c:pt idx="4">
                  <c:v>Cambodia</c:v>
                </c:pt>
              </c:strCache>
            </c:strRef>
          </c:cat>
          <c:val>
            <c:numRef>
              <c:f>Sheet1!$D$6:$D$10</c:f>
              <c:numCache>
                <c:formatCode>General</c:formatCode>
                <c:ptCount val="5"/>
                <c:pt idx="0">
                  <c:v>2336000</c:v>
                </c:pt>
                <c:pt idx="1">
                  <c:v>2334000</c:v>
                </c:pt>
                <c:pt idx="2">
                  <c:v>2236000</c:v>
                </c:pt>
                <c:pt idx="3">
                  <c:v>2234000</c:v>
                </c:pt>
                <c:pt idx="4">
                  <c:v>2134000</c:v>
                </c:pt>
              </c:numCache>
            </c:numRef>
          </c:val>
          <c:extLst>
            <c:ext xmlns:c16="http://schemas.microsoft.com/office/drawing/2014/chart" uri="{C3380CC4-5D6E-409C-BE32-E72D297353CC}">
              <c16:uniqueId val="{00000000-A23E-4F5A-B860-00F37DABED88}"/>
            </c:ext>
          </c:extLst>
        </c:ser>
        <c:dLbls>
          <c:dLblPos val="outEnd"/>
          <c:showLegendKey val="0"/>
          <c:showVal val="1"/>
          <c:showCatName val="0"/>
          <c:showSerName val="0"/>
          <c:showPercent val="0"/>
          <c:showBubbleSize val="0"/>
        </c:dLbls>
        <c:gapWidth val="100"/>
        <c:axId val="1242504368"/>
        <c:axId val="1242505328"/>
      </c:barChart>
      <c:catAx>
        <c:axId val="1242504368"/>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crossAx val="1242505328"/>
        <c:crosses val="autoZero"/>
        <c:auto val="1"/>
        <c:lblAlgn val="ctr"/>
        <c:lblOffset val="100"/>
        <c:noMultiLvlLbl val="0"/>
      </c:catAx>
      <c:valAx>
        <c:axId val="1242505328"/>
        <c:scaling>
          <c:orientation val="minMax"/>
        </c:scaling>
        <c:delete val="1"/>
        <c:axPos val="b"/>
        <c:numFmt formatCode="General" sourceLinked="1"/>
        <c:majorTickMark val="none"/>
        <c:minorTickMark val="none"/>
        <c:tickLblPos val="nextTo"/>
        <c:crossAx val="124250436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cap="none" spc="20" baseline="0">
                <a:solidFill>
                  <a:schemeClr val="tx1">
                    <a:lumMod val="50000"/>
                    <a:lumOff val="50000"/>
                  </a:schemeClr>
                </a:solidFill>
                <a:latin typeface="+mn-lt"/>
                <a:ea typeface="+mn-ea"/>
                <a:cs typeface="+mn-cs"/>
              </a:defRPr>
            </a:pPr>
            <a:r>
              <a:rPr lang="en-US" b="1">
                <a:solidFill>
                  <a:sysClr val="windowText" lastClr="000000"/>
                </a:solidFill>
              </a:rPr>
              <a:t>Total Vaccinations</a:t>
            </a:r>
          </a:p>
        </c:rich>
      </c:tx>
      <c:overlay val="0"/>
      <c:spPr>
        <a:noFill/>
        <a:ln>
          <a:noFill/>
        </a:ln>
        <a:effectLst/>
      </c:spPr>
      <c:txPr>
        <a:bodyPr rot="0" spcFirstLastPara="1" vertOverflow="ellipsis" vert="horz" wrap="square" anchor="ctr" anchorCtr="1"/>
        <a:lstStyle/>
        <a:p>
          <a:pPr>
            <a:defRPr sz="1400" b="0" i="0" u="none" strike="noStrike" kern="1200" cap="none" spc="20" baseline="0">
              <a:solidFill>
                <a:schemeClr val="tx1">
                  <a:lumMod val="50000"/>
                  <a:lumOff val="50000"/>
                </a:schemeClr>
              </a:solidFill>
              <a:latin typeface="+mn-lt"/>
              <a:ea typeface="+mn-ea"/>
              <a:cs typeface="+mn-cs"/>
            </a:defRPr>
          </a:pPr>
          <a:endParaRPr lang="en-US"/>
        </a:p>
      </c:txPr>
    </c:title>
    <c:autoTitleDeleted val="0"/>
    <c:plotArea>
      <c:layout/>
      <c:barChart>
        <c:barDir val="bar"/>
        <c:grouping val="clustered"/>
        <c:varyColors val="0"/>
        <c:ser>
          <c:idx val="0"/>
          <c:order val="0"/>
          <c:tx>
            <c:strRef>
              <c:f>Sheet1!$C$28</c:f>
              <c:strCache>
                <c:ptCount val="1"/>
                <c:pt idx="0">
                  <c:v>Total Vaccinations</c:v>
                </c:pt>
              </c:strCache>
            </c:strRef>
          </c:tx>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Sheet1!$B$29:$B$32</c:f>
              <c:strCache>
                <c:ptCount val="4"/>
                <c:pt idx="0">
                  <c:v>Southeast Asia</c:v>
                </c:pt>
                <c:pt idx="1">
                  <c:v>South Asia</c:v>
                </c:pt>
                <c:pt idx="2">
                  <c:v>East Asia</c:v>
                </c:pt>
                <c:pt idx="3">
                  <c:v>Central Asia</c:v>
                </c:pt>
              </c:strCache>
            </c:strRef>
          </c:cat>
          <c:val>
            <c:numRef>
              <c:f>Sheet1!$C$29:$C$32</c:f>
              <c:numCache>
                <c:formatCode>General</c:formatCode>
                <c:ptCount val="4"/>
                <c:pt idx="0">
                  <c:v>15636000</c:v>
                </c:pt>
                <c:pt idx="1">
                  <c:v>8428000</c:v>
                </c:pt>
                <c:pt idx="2">
                  <c:v>5726000</c:v>
                </c:pt>
                <c:pt idx="3">
                  <c:v>4572000</c:v>
                </c:pt>
              </c:numCache>
            </c:numRef>
          </c:val>
          <c:extLst>
            <c:ext xmlns:c16="http://schemas.microsoft.com/office/drawing/2014/chart" uri="{C3380CC4-5D6E-409C-BE32-E72D297353CC}">
              <c16:uniqueId val="{00000000-CF6C-4EFB-99FC-9FF3D1FB915D}"/>
            </c:ext>
          </c:extLst>
        </c:ser>
        <c:dLbls>
          <c:dLblPos val="outEnd"/>
          <c:showLegendKey val="0"/>
          <c:showVal val="1"/>
          <c:showCatName val="0"/>
          <c:showSerName val="0"/>
          <c:showPercent val="0"/>
          <c:showBubbleSize val="0"/>
        </c:dLbls>
        <c:gapWidth val="100"/>
        <c:axId val="1505999823"/>
        <c:axId val="1505997903"/>
      </c:barChart>
      <c:catAx>
        <c:axId val="1505999823"/>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505997903"/>
        <c:crosses val="autoZero"/>
        <c:auto val="1"/>
        <c:lblAlgn val="ctr"/>
        <c:lblOffset val="100"/>
        <c:noMultiLvlLbl val="0"/>
      </c:catAx>
      <c:valAx>
        <c:axId val="1505997903"/>
        <c:scaling>
          <c:orientation val="minMax"/>
        </c:scaling>
        <c:delete val="1"/>
        <c:axPos val="b"/>
        <c:numFmt formatCode="General" sourceLinked="1"/>
        <c:majorTickMark val="none"/>
        <c:minorTickMark val="none"/>
        <c:tickLblPos val="nextTo"/>
        <c:crossAx val="150599982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cap="none" spc="20" baseline="0">
                <a:solidFill>
                  <a:schemeClr val="tx1">
                    <a:lumMod val="50000"/>
                    <a:lumOff val="50000"/>
                  </a:schemeClr>
                </a:solidFill>
                <a:latin typeface="+mn-lt"/>
                <a:ea typeface="+mn-ea"/>
                <a:cs typeface="+mn-cs"/>
              </a:defRPr>
            </a:pPr>
            <a:r>
              <a:rPr lang="en-US" b="1" dirty="0">
                <a:solidFill>
                  <a:sysClr val="windowText" lastClr="000000"/>
                </a:solidFill>
              </a:rPr>
              <a:t>BCG VACCINE</a:t>
            </a:r>
          </a:p>
        </c:rich>
      </c:tx>
      <c:overlay val="0"/>
      <c:spPr>
        <a:noFill/>
        <a:ln>
          <a:noFill/>
        </a:ln>
        <a:effectLst/>
      </c:spPr>
      <c:txPr>
        <a:bodyPr rot="0" spcFirstLastPara="1" vertOverflow="ellipsis" vert="horz" wrap="square" anchor="ctr" anchorCtr="1"/>
        <a:lstStyle/>
        <a:p>
          <a:pPr>
            <a:defRPr sz="1400" b="0" i="0" u="none" strike="noStrike" kern="1200" cap="none" spc="20" baseline="0">
              <a:solidFill>
                <a:schemeClr val="tx1">
                  <a:lumMod val="50000"/>
                  <a:lumOff val="50000"/>
                </a:schemeClr>
              </a:solidFill>
              <a:latin typeface="+mn-lt"/>
              <a:ea typeface="+mn-ea"/>
              <a:cs typeface="+mn-cs"/>
            </a:defRPr>
          </a:pPr>
          <a:endParaRPr lang="en-US"/>
        </a:p>
      </c:txPr>
    </c:title>
    <c:autoTitleDeleted val="0"/>
    <c:plotArea>
      <c:layout>
        <c:manualLayout>
          <c:layoutTarget val="inner"/>
          <c:xMode val="edge"/>
          <c:yMode val="edge"/>
          <c:x val="0.12077537182852144"/>
          <c:y val="0.19721055701370663"/>
          <c:w val="0.83478018372703411"/>
          <c:h val="0.77736111111111106"/>
        </c:manualLayout>
      </c:layout>
      <c:barChart>
        <c:barDir val="col"/>
        <c:grouping val="clustered"/>
        <c:varyColors val="0"/>
        <c:ser>
          <c:idx val="0"/>
          <c:order val="0"/>
          <c:tx>
            <c:strRef>
              <c:f>Sheet1!$B$45</c:f>
              <c:strCache>
                <c:ptCount val="1"/>
                <c:pt idx="0">
                  <c:v>BCG</c:v>
                </c:pt>
              </c:strCache>
            </c:strRef>
          </c:tx>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Sheet1!$C$44</c:f>
              <c:strCache>
                <c:ptCount val="1"/>
                <c:pt idx="0">
                  <c:v>Total Vaccinations</c:v>
                </c:pt>
              </c:strCache>
            </c:strRef>
          </c:cat>
          <c:val>
            <c:numRef>
              <c:f>Sheet1!$C$45</c:f>
              <c:numCache>
                <c:formatCode>General</c:formatCode>
                <c:ptCount val="1"/>
                <c:pt idx="0">
                  <c:v>2025000</c:v>
                </c:pt>
              </c:numCache>
            </c:numRef>
          </c:val>
          <c:extLst>
            <c:ext xmlns:c16="http://schemas.microsoft.com/office/drawing/2014/chart" uri="{C3380CC4-5D6E-409C-BE32-E72D297353CC}">
              <c16:uniqueId val="{00000000-EF0C-4013-B36D-BBEA2CB466D1}"/>
            </c:ext>
          </c:extLst>
        </c:ser>
        <c:dLbls>
          <c:dLblPos val="outEnd"/>
          <c:showLegendKey val="0"/>
          <c:showVal val="1"/>
          <c:showCatName val="0"/>
          <c:showSerName val="0"/>
          <c:showPercent val="0"/>
          <c:showBubbleSize val="0"/>
        </c:dLbls>
        <c:gapWidth val="100"/>
        <c:overlap val="-24"/>
        <c:axId val="1505936463"/>
        <c:axId val="1505953263"/>
      </c:barChart>
      <c:catAx>
        <c:axId val="1505936463"/>
        <c:scaling>
          <c:orientation val="minMax"/>
        </c:scaling>
        <c:delete val="1"/>
        <c:axPos val="b"/>
        <c:numFmt formatCode="General" sourceLinked="1"/>
        <c:majorTickMark val="none"/>
        <c:minorTickMark val="none"/>
        <c:tickLblPos val="nextTo"/>
        <c:crossAx val="1505953263"/>
        <c:crosses val="autoZero"/>
        <c:auto val="1"/>
        <c:lblAlgn val="ctr"/>
        <c:lblOffset val="100"/>
        <c:noMultiLvlLbl val="0"/>
      </c:catAx>
      <c:valAx>
        <c:axId val="1505953263"/>
        <c:scaling>
          <c:orientation val="minMax"/>
        </c:scaling>
        <c:delete val="1"/>
        <c:axPos val="l"/>
        <c:numFmt formatCode="General" sourceLinked="1"/>
        <c:majorTickMark val="none"/>
        <c:minorTickMark val="none"/>
        <c:tickLblPos val="nextTo"/>
        <c:crossAx val="150593646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cap="none" spc="20" baseline="0">
                <a:solidFill>
                  <a:schemeClr val="tx1">
                    <a:lumMod val="50000"/>
                    <a:lumOff val="50000"/>
                  </a:schemeClr>
                </a:solidFill>
                <a:latin typeface="+mn-lt"/>
                <a:ea typeface="+mn-ea"/>
                <a:cs typeface="+mn-cs"/>
              </a:defRPr>
            </a:pPr>
            <a:r>
              <a:rPr lang="en-US" b="1">
                <a:solidFill>
                  <a:sysClr val="windowText" lastClr="000000"/>
                </a:solidFill>
              </a:rPr>
              <a:t>Average Vaccinations</a:t>
            </a:r>
          </a:p>
        </c:rich>
      </c:tx>
      <c:overlay val="0"/>
      <c:spPr>
        <a:noFill/>
        <a:ln>
          <a:noFill/>
        </a:ln>
        <a:effectLst/>
      </c:spPr>
      <c:txPr>
        <a:bodyPr rot="0" spcFirstLastPara="1" vertOverflow="ellipsis" vert="horz" wrap="square" anchor="ctr" anchorCtr="1"/>
        <a:lstStyle/>
        <a:p>
          <a:pPr>
            <a:defRPr sz="1400" b="0" i="0" u="none" strike="noStrike" kern="1200" cap="none" spc="20" baseline="0">
              <a:solidFill>
                <a:schemeClr val="tx1">
                  <a:lumMod val="50000"/>
                  <a:lumOff val="50000"/>
                </a:schemeClr>
              </a:solidFill>
              <a:latin typeface="+mn-lt"/>
              <a:ea typeface="+mn-ea"/>
              <a:cs typeface="+mn-cs"/>
            </a:defRPr>
          </a:pPr>
          <a:endParaRPr lang="en-US"/>
        </a:p>
      </c:txPr>
    </c:title>
    <c:autoTitleDeleted val="0"/>
    <c:plotArea>
      <c:layout/>
      <c:barChart>
        <c:barDir val="bar"/>
        <c:grouping val="clustered"/>
        <c:varyColors val="0"/>
        <c:ser>
          <c:idx val="0"/>
          <c:order val="0"/>
          <c:tx>
            <c:strRef>
              <c:f>Sheet1!$C$52</c:f>
              <c:strCache>
                <c:ptCount val="1"/>
                <c:pt idx="0">
                  <c:v>Average Vaccinations</c:v>
                </c:pt>
              </c:strCache>
            </c:strRef>
          </c:tx>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Sheet1!$B$53:$B$57</c:f>
              <c:strCache>
                <c:ptCount val="5"/>
                <c:pt idx="0">
                  <c:v>Uzbekistan</c:v>
                </c:pt>
                <c:pt idx="1">
                  <c:v>Mongolia</c:v>
                </c:pt>
                <c:pt idx="2">
                  <c:v>Kazakhstan</c:v>
                </c:pt>
                <c:pt idx="3">
                  <c:v>Laos</c:v>
                </c:pt>
                <c:pt idx="4">
                  <c:v>Cambodia</c:v>
                </c:pt>
              </c:strCache>
            </c:strRef>
          </c:cat>
          <c:val>
            <c:numRef>
              <c:f>Sheet1!$C$53:$C$57</c:f>
              <c:numCache>
                <c:formatCode>General</c:formatCode>
                <c:ptCount val="5"/>
                <c:pt idx="0">
                  <c:v>233600</c:v>
                </c:pt>
                <c:pt idx="1">
                  <c:v>233400</c:v>
                </c:pt>
                <c:pt idx="2">
                  <c:v>223600</c:v>
                </c:pt>
                <c:pt idx="3">
                  <c:v>223400</c:v>
                </c:pt>
                <c:pt idx="4">
                  <c:v>213400</c:v>
                </c:pt>
              </c:numCache>
            </c:numRef>
          </c:val>
          <c:extLst>
            <c:ext xmlns:c16="http://schemas.microsoft.com/office/drawing/2014/chart" uri="{C3380CC4-5D6E-409C-BE32-E72D297353CC}">
              <c16:uniqueId val="{00000000-5CC7-4219-841F-FF8CE79E8569}"/>
            </c:ext>
          </c:extLst>
        </c:ser>
        <c:dLbls>
          <c:dLblPos val="outEnd"/>
          <c:showLegendKey val="0"/>
          <c:showVal val="1"/>
          <c:showCatName val="0"/>
          <c:showSerName val="0"/>
          <c:showPercent val="0"/>
          <c:showBubbleSize val="0"/>
        </c:dLbls>
        <c:gapWidth val="100"/>
        <c:axId val="1505961903"/>
        <c:axId val="1505962383"/>
      </c:barChart>
      <c:catAx>
        <c:axId val="1505961903"/>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crossAx val="1505962383"/>
        <c:crosses val="autoZero"/>
        <c:auto val="1"/>
        <c:lblAlgn val="ctr"/>
        <c:lblOffset val="100"/>
        <c:noMultiLvlLbl val="0"/>
      </c:catAx>
      <c:valAx>
        <c:axId val="1505962383"/>
        <c:scaling>
          <c:orientation val="minMax"/>
        </c:scaling>
        <c:delete val="1"/>
        <c:axPos val="b"/>
        <c:numFmt formatCode="General" sourceLinked="1"/>
        <c:majorTickMark val="none"/>
        <c:minorTickMark val="none"/>
        <c:tickLblPos val="nextTo"/>
        <c:crossAx val="150596190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7">
  <cs:axisTitle>
    <cs:lnRef idx="0"/>
    <cs:fillRef idx="0"/>
    <cs:effectRef idx="0"/>
    <cs:fontRef idx="minor">
      <a:schemeClr val="tx1">
        <a:lumMod val="65000"/>
        <a:lumOff val="35000"/>
      </a:schemeClr>
    </cs:fontRef>
    <cs:defRPr sz="900" b="1" kern="1200"/>
  </cs:axisTitle>
  <cs:categoryAxis>
    <cs:lnRef idx="0"/>
    <cs:fillRef idx="0"/>
    <cs:effectRef idx="0"/>
    <cs:fontRef idx="minor">
      <a:schemeClr val="tx1">
        <a:lumMod val="65000"/>
        <a:lumOff val="35000"/>
      </a:schemeClr>
    </cs:fontRef>
    <cs:spPr>
      <a:ln w="19050"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narVert">
        <a:fgClr>
          <a:schemeClr val="phClr"/>
        </a:fgClr>
        <a:bgClr>
          <a:schemeClr val="phClr">
            <a:lumMod val="20000"/>
            <a:lumOff val="80000"/>
          </a:schemeClr>
        </a:bgClr>
      </a:pattFill>
      <a:effectLst>
        <a:innerShdw blurRad="114300">
          <a:schemeClr val="phClr"/>
        </a:innerShdw>
      </a:effectLst>
    </cs:spPr>
  </cs:dataPoint>
  <cs:dataPoint3D>
    <cs:lnRef idx="0"/>
    <cs:fillRef idx="0">
      <cs:styleClr val="auto"/>
    </cs:fillRef>
    <cs:effectRef idx="0"/>
    <cs:fontRef idx="minor">
      <a:schemeClr val="dk1"/>
    </cs:fontRef>
    <cs:spPr>
      <a:pattFill prst="narVert">
        <a:fgClr>
          <a:schemeClr val="phClr"/>
        </a:fgClr>
        <a:bgClr>
          <a:schemeClr val="phClr">
            <a:lumMod val="20000"/>
            <a:lumOff val="80000"/>
          </a:schemeClr>
        </a:bgClr>
      </a:pattFill>
      <a:effectLst>
        <a:innerShdw blurRad="114300">
          <a:schemeClr val="phClr"/>
        </a:innerShdw>
      </a:effectLst>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18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19">
  <cs:axisTitle>
    <cs:lnRef idx="0"/>
    <cs:fillRef idx="0"/>
    <cs:effectRef idx="0"/>
    <cs:fontRef idx="minor">
      <a:schemeClr val="tx1">
        <a:lumMod val="50000"/>
        <a:lumOff val="50000"/>
      </a:schemeClr>
    </cs:fontRef>
    <cs:defRPr sz="900"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400"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900"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19">
  <cs:axisTitle>
    <cs:lnRef idx="0"/>
    <cs:fillRef idx="0"/>
    <cs:effectRef idx="0"/>
    <cs:fontRef idx="minor">
      <a:schemeClr val="tx1">
        <a:lumMod val="50000"/>
        <a:lumOff val="50000"/>
      </a:schemeClr>
    </cs:fontRef>
    <cs:defRPr sz="900"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400"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900"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19">
  <cs:axisTitle>
    <cs:lnRef idx="0"/>
    <cs:fillRef idx="0"/>
    <cs:effectRef idx="0"/>
    <cs:fontRef idx="minor">
      <a:schemeClr val="tx1">
        <a:lumMod val="50000"/>
        <a:lumOff val="50000"/>
      </a:schemeClr>
    </cs:fontRef>
    <cs:defRPr sz="900"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400"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900"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206">
  <cs:axisTitle>
    <cs:lnRef idx="0"/>
    <cs:fillRef idx="0"/>
    <cs:effectRef idx="0"/>
    <cs:fontRef idx="minor">
      <a:schemeClr val="tx1">
        <a:lumMod val="50000"/>
        <a:lumOff val="50000"/>
      </a:schemeClr>
    </cs:fontRef>
    <cs:defRPr sz="900"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400"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900" kern="1200"/>
  </cs:valueAxis>
  <cs:wall>
    <cs:lnRef idx="0"/>
    <cs:fillRef idx="0"/>
    <cs:effectRef idx="0"/>
    <cs:fontRef idx="minor">
      <a:schemeClr val="dk1"/>
    </cs:fontRef>
  </cs:wall>
</cs:chartStyle>
</file>

<file path=ppt/charts/style6.xml><?xml version="1.0" encoding="utf-8"?>
<cs:chartStyle xmlns:cs="http://schemas.microsoft.com/office/drawing/2012/chartStyle" xmlns:a="http://schemas.openxmlformats.org/drawingml/2006/main" id="219">
  <cs:axisTitle>
    <cs:lnRef idx="0"/>
    <cs:fillRef idx="0"/>
    <cs:effectRef idx="0"/>
    <cs:fontRef idx="minor">
      <a:schemeClr val="tx1">
        <a:lumMod val="50000"/>
        <a:lumOff val="50000"/>
      </a:schemeClr>
    </cs:fontRef>
    <cs:defRPr sz="900"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400"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900" kern="1200"/>
  </cs:valueAxis>
  <cs:wall>
    <cs:lnRef idx="0"/>
    <cs:fillRef idx="0"/>
    <cs:effectRef idx="0"/>
    <cs:fontRef idx="minor">
      <a:schemeClr val="dk1"/>
    </cs:fontRef>
  </cs:wall>
</cs:chartStyle>
</file>

<file path=ppt/diagrams/_rels/data4.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image" Target="../media/image6.svg"/></Relationships>
</file>

<file path=ppt/diagrams/_rels/drawing4.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444E0C5-1530-4727-94BE-A98CD3BC1925}" type="doc">
      <dgm:prSet loTypeId="urn:microsoft.com/office/officeart/2005/8/layout/default" loCatId="list" qsTypeId="urn:microsoft.com/office/officeart/2005/8/quickstyle/simple4" qsCatId="simple" csTypeId="urn:microsoft.com/office/officeart/2005/8/colors/colorful5" csCatId="colorful" phldr="1"/>
      <dgm:spPr/>
      <dgm:t>
        <a:bodyPr/>
        <a:lstStyle/>
        <a:p>
          <a:endParaRPr lang="en-US"/>
        </a:p>
      </dgm:t>
    </dgm:pt>
    <dgm:pt modelId="{7032C72E-A9DB-49DB-B928-58BE9053BA9E}">
      <dgm:prSet/>
      <dgm:spPr/>
      <dgm:t>
        <a:bodyPr/>
        <a:lstStyle/>
        <a:p>
          <a:r>
            <a:rPr lang="en-US"/>
            <a:t>The project uses two related tables.</a:t>
          </a:r>
        </a:p>
      </dgm:t>
    </dgm:pt>
    <dgm:pt modelId="{D5ED0B3D-0B25-49A9-9736-B8CBEC4DF4EA}" type="parTrans" cxnId="{858229D9-BA89-4B2B-8048-CB76F195EDAE}">
      <dgm:prSet/>
      <dgm:spPr/>
      <dgm:t>
        <a:bodyPr/>
        <a:lstStyle/>
        <a:p>
          <a:endParaRPr lang="en-US"/>
        </a:p>
      </dgm:t>
    </dgm:pt>
    <dgm:pt modelId="{E97D9449-A681-47CF-9E0A-57C358EDF4C7}" type="sibTrans" cxnId="{858229D9-BA89-4B2B-8048-CB76F195EDAE}">
      <dgm:prSet/>
      <dgm:spPr/>
      <dgm:t>
        <a:bodyPr/>
        <a:lstStyle/>
        <a:p>
          <a:endParaRPr lang="en-US"/>
        </a:p>
      </dgm:t>
    </dgm:pt>
    <dgm:pt modelId="{C4B6023C-722D-4D51-957F-5290B1F9BAB0}">
      <dgm:prSet/>
      <dgm:spPr/>
      <dgm:t>
        <a:bodyPr/>
        <a:lstStyle/>
        <a:p>
          <a:r>
            <a:rPr lang="en-US" b="1"/>
            <a:t>Table 1 – Countries</a:t>
          </a:r>
          <a:endParaRPr lang="en-US"/>
        </a:p>
      </dgm:t>
    </dgm:pt>
    <dgm:pt modelId="{298D39E4-F345-480B-AD92-8777AA164D6E}" type="parTrans" cxnId="{24D092FA-4594-40ED-AC96-2B63AF9B7868}">
      <dgm:prSet/>
      <dgm:spPr/>
      <dgm:t>
        <a:bodyPr/>
        <a:lstStyle/>
        <a:p>
          <a:endParaRPr lang="en-US"/>
        </a:p>
      </dgm:t>
    </dgm:pt>
    <dgm:pt modelId="{AFB66D25-E53E-4FBA-B733-9D304562A884}" type="sibTrans" cxnId="{24D092FA-4594-40ED-AC96-2B63AF9B7868}">
      <dgm:prSet/>
      <dgm:spPr/>
      <dgm:t>
        <a:bodyPr/>
        <a:lstStyle/>
        <a:p>
          <a:endParaRPr lang="en-US"/>
        </a:p>
      </dgm:t>
    </dgm:pt>
    <dgm:pt modelId="{67DDAC0D-010F-4A07-8FC4-97C58D93A0D9}">
      <dgm:prSet/>
      <dgm:spPr/>
      <dgm:t>
        <a:bodyPr/>
        <a:lstStyle/>
        <a:p>
          <a:r>
            <a:rPr lang="en-US"/>
            <a:t>Contains:</a:t>
          </a:r>
        </a:p>
      </dgm:t>
    </dgm:pt>
    <dgm:pt modelId="{E143394E-133E-4A74-A773-E9162F60AF5E}" type="parTrans" cxnId="{4B7D2B7E-91CE-468F-A2CA-13614F640F2F}">
      <dgm:prSet/>
      <dgm:spPr/>
      <dgm:t>
        <a:bodyPr/>
        <a:lstStyle/>
        <a:p>
          <a:endParaRPr lang="en-US"/>
        </a:p>
      </dgm:t>
    </dgm:pt>
    <dgm:pt modelId="{231A0C29-37FD-462A-A3DC-2751CE4EB9B7}" type="sibTrans" cxnId="{4B7D2B7E-91CE-468F-A2CA-13614F640F2F}">
      <dgm:prSet/>
      <dgm:spPr/>
      <dgm:t>
        <a:bodyPr/>
        <a:lstStyle/>
        <a:p>
          <a:endParaRPr lang="en-US"/>
        </a:p>
      </dgm:t>
    </dgm:pt>
    <dgm:pt modelId="{4C83A298-5863-4453-B55E-561285A9B55D}">
      <dgm:prSet/>
      <dgm:spPr/>
      <dgm:t>
        <a:bodyPr/>
        <a:lstStyle/>
        <a:p>
          <a:r>
            <a:rPr lang="en-US"/>
            <a:t>Country ID </a:t>
          </a:r>
        </a:p>
      </dgm:t>
    </dgm:pt>
    <dgm:pt modelId="{69FB3EB5-7CCA-4A1E-A4D0-C566996562BD}" type="parTrans" cxnId="{40762C06-E942-4D8D-8F75-72865CA29550}">
      <dgm:prSet/>
      <dgm:spPr/>
      <dgm:t>
        <a:bodyPr/>
        <a:lstStyle/>
        <a:p>
          <a:endParaRPr lang="en-US"/>
        </a:p>
      </dgm:t>
    </dgm:pt>
    <dgm:pt modelId="{3BBD7166-8791-400D-8268-00F684895635}" type="sibTrans" cxnId="{40762C06-E942-4D8D-8F75-72865CA29550}">
      <dgm:prSet/>
      <dgm:spPr/>
      <dgm:t>
        <a:bodyPr/>
        <a:lstStyle/>
        <a:p>
          <a:endParaRPr lang="en-US"/>
        </a:p>
      </dgm:t>
    </dgm:pt>
    <dgm:pt modelId="{7A280591-E43B-4245-B971-4CEB450A38C7}">
      <dgm:prSet/>
      <dgm:spPr/>
      <dgm:t>
        <a:bodyPr/>
        <a:lstStyle/>
        <a:p>
          <a:r>
            <a:rPr lang="en-US"/>
            <a:t>Country Name </a:t>
          </a:r>
        </a:p>
      </dgm:t>
    </dgm:pt>
    <dgm:pt modelId="{EFA076A4-B1BE-4348-A9D5-039EDAD5A901}" type="parTrans" cxnId="{39756663-DFCF-475B-804E-BB9A88351D17}">
      <dgm:prSet/>
      <dgm:spPr/>
      <dgm:t>
        <a:bodyPr/>
        <a:lstStyle/>
        <a:p>
          <a:endParaRPr lang="en-US"/>
        </a:p>
      </dgm:t>
    </dgm:pt>
    <dgm:pt modelId="{C9779A0D-FB4C-4CFC-932A-A87BE877FF30}" type="sibTrans" cxnId="{39756663-DFCF-475B-804E-BB9A88351D17}">
      <dgm:prSet/>
      <dgm:spPr/>
      <dgm:t>
        <a:bodyPr/>
        <a:lstStyle/>
        <a:p>
          <a:endParaRPr lang="en-US"/>
        </a:p>
      </dgm:t>
    </dgm:pt>
    <dgm:pt modelId="{3BE1CD6F-59AB-4DFB-8580-FF3AE5DFE842}">
      <dgm:prSet/>
      <dgm:spPr/>
      <dgm:t>
        <a:bodyPr/>
        <a:lstStyle/>
        <a:p>
          <a:r>
            <a:rPr lang="en-US"/>
            <a:t>Region </a:t>
          </a:r>
        </a:p>
      </dgm:t>
    </dgm:pt>
    <dgm:pt modelId="{E1F7EA7C-19F9-4E4D-9C00-2CB52491E369}" type="parTrans" cxnId="{E2B6DC06-36E5-4BA7-A372-4A026B3CFC82}">
      <dgm:prSet/>
      <dgm:spPr/>
      <dgm:t>
        <a:bodyPr/>
        <a:lstStyle/>
        <a:p>
          <a:endParaRPr lang="en-US"/>
        </a:p>
      </dgm:t>
    </dgm:pt>
    <dgm:pt modelId="{EF33E55B-CC1D-4593-8C33-DF2CB466473D}" type="sibTrans" cxnId="{E2B6DC06-36E5-4BA7-A372-4A026B3CFC82}">
      <dgm:prSet/>
      <dgm:spPr/>
      <dgm:t>
        <a:bodyPr/>
        <a:lstStyle/>
        <a:p>
          <a:endParaRPr lang="en-US"/>
        </a:p>
      </dgm:t>
    </dgm:pt>
    <dgm:pt modelId="{D3766D48-9B1A-4505-A5EB-3EB1065FFE73}">
      <dgm:prSet/>
      <dgm:spPr/>
      <dgm:t>
        <a:bodyPr/>
        <a:lstStyle/>
        <a:p>
          <a:r>
            <a:rPr lang="en-US"/>
            <a:t>Population (Millions) </a:t>
          </a:r>
        </a:p>
      </dgm:t>
    </dgm:pt>
    <dgm:pt modelId="{7CD52D87-4A21-4F83-B144-B29F038001EF}" type="parTrans" cxnId="{1753E935-0EEB-4957-868D-29DBCE586B67}">
      <dgm:prSet/>
      <dgm:spPr/>
      <dgm:t>
        <a:bodyPr/>
        <a:lstStyle/>
        <a:p>
          <a:endParaRPr lang="en-US"/>
        </a:p>
      </dgm:t>
    </dgm:pt>
    <dgm:pt modelId="{E65A4007-D8A7-4BC9-BB6D-C875E2959683}" type="sibTrans" cxnId="{1753E935-0EEB-4957-868D-29DBCE586B67}">
      <dgm:prSet/>
      <dgm:spPr/>
      <dgm:t>
        <a:bodyPr/>
        <a:lstStyle/>
        <a:p>
          <a:endParaRPr lang="en-US"/>
        </a:p>
      </dgm:t>
    </dgm:pt>
    <dgm:pt modelId="{DE26551D-668C-44ED-AE47-1689AE7DF669}">
      <dgm:prSet/>
      <dgm:spPr/>
      <dgm:t>
        <a:bodyPr/>
        <a:lstStyle/>
        <a:p>
          <a:r>
            <a:rPr lang="en-US" b="1"/>
            <a:t>Table 2 – Immunization Records</a:t>
          </a:r>
          <a:endParaRPr lang="en-US"/>
        </a:p>
      </dgm:t>
    </dgm:pt>
    <dgm:pt modelId="{82227684-E5EF-4AE9-9C10-0707C1E75661}" type="parTrans" cxnId="{F9220CF2-CB82-4E97-B4D1-23660E154920}">
      <dgm:prSet/>
      <dgm:spPr/>
      <dgm:t>
        <a:bodyPr/>
        <a:lstStyle/>
        <a:p>
          <a:endParaRPr lang="en-US"/>
        </a:p>
      </dgm:t>
    </dgm:pt>
    <dgm:pt modelId="{5E383E8A-1BFF-427E-94C5-53C65EBAC2DA}" type="sibTrans" cxnId="{F9220CF2-CB82-4E97-B4D1-23660E154920}">
      <dgm:prSet/>
      <dgm:spPr/>
      <dgm:t>
        <a:bodyPr/>
        <a:lstStyle/>
        <a:p>
          <a:endParaRPr lang="en-US"/>
        </a:p>
      </dgm:t>
    </dgm:pt>
    <dgm:pt modelId="{5ECCDD77-7053-499C-A1F4-CAB18C07D9FE}">
      <dgm:prSet/>
      <dgm:spPr/>
      <dgm:t>
        <a:bodyPr/>
        <a:lstStyle/>
        <a:p>
          <a:r>
            <a:rPr lang="en-US"/>
            <a:t>Contains:</a:t>
          </a:r>
        </a:p>
      </dgm:t>
    </dgm:pt>
    <dgm:pt modelId="{ADEFB693-BF79-4DBB-9400-1E515C7973B5}" type="parTrans" cxnId="{6A827A15-FD71-46F8-9792-FB7FE58B2802}">
      <dgm:prSet/>
      <dgm:spPr/>
      <dgm:t>
        <a:bodyPr/>
        <a:lstStyle/>
        <a:p>
          <a:endParaRPr lang="en-US"/>
        </a:p>
      </dgm:t>
    </dgm:pt>
    <dgm:pt modelId="{FC24B8F2-A83B-4F94-9030-CC9145554401}" type="sibTrans" cxnId="{6A827A15-FD71-46F8-9792-FB7FE58B2802}">
      <dgm:prSet/>
      <dgm:spPr/>
      <dgm:t>
        <a:bodyPr/>
        <a:lstStyle/>
        <a:p>
          <a:endParaRPr lang="en-US"/>
        </a:p>
      </dgm:t>
    </dgm:pt>
    <dgm:pt modelId="{9827A6C0-0FA5-48A2-B284-0722A993FA26}">
      <dgm:prSet/>
      <dgm:spPr/>
      <dgm:t>
        <a:bodyPr/>
        <a:lstStyle/>
        <a:p>
          <a:r>
            <a:rPr lang="en-US"/>
            <a:t>Record ID </a:t>
          </a:r>
        </a:p>
      </dgm:t>
    </dgm:pt>
    <dgm:pt modelId="{363E9D8F-89E8-4F06-B072-22C04BABBD53}" type="parTrans" cxnId="{A4A14717-5D7F-41E1-A8EF-7BA8394BF5D2}">
      <dgm:prSet/>
      <dgm:spPr/>
      <dgm:t>
        <a:bodyPr/>
        <a:lstStyle/>
        <a:p>
          <a:endParaRPr lang="en-US"/>
        </a:p>
      </dgm:t>
    </dgm:pt>
    <dgm:pt modelId="{DCAE3945-E05C-43A2-B59F-E20664DE8726}" type="sibTrans" cxnId="{A4A14717-5D7F-41E1-A8EF-7BA8394BF5D2}">
      <dgm:prSet/>
      <dgm:spPr/>
      <dgm:t>
        <a:bodyPr/>
        <a:lstStyle/>
        <a:p>
          <a:endParaRPr lang="en-US"/>
        </a:p>
      </dgm:t>
    </dgm:pt>
    <dgm:pt modelId="{72370C1E-C580-4598-8CB8-ABE2C82DB975}">
      <dgm:prSet/>
      <dgm:spPr/>
      <dgm:t>
        <a:bodyPr/>
        <a:lstStyle/>
        <a:p>
          <a:r>
            <a:rPr lang="en-US"/>
            <a:t>Country ID </a:t>
          </a:r>
        </a:p>
      </dgm:t>
    </dgm:pt>
    <dgm:pt modelId="{3A724AAD-27CE-466B-A993-BB0830EEDDFA}" type="parTrans" cxnId="{27D1856B-B29C-46D9-A8B6-8695D5D0DC55}">
      <dgm:prSet/>
      <dgm:spPr/>
      <dgm:t>
        <a:bodyPr/>
        <a:lstStyle/>
        <a:p>
          <a:endParaRPr lang="en-US"/>
        </a:p>
      </dgm:t>
    </dgm:pt>
    <dgm:pt modelId="{1294449D-C3D5-476A-B41F-9EBFD52ACF46}" type="sibTrans" cxnId="{27D1856B-B29C-46D9-A8B6-8695D5D0DC55}">
      <dgm:prSet/>
      <dgm:spPr/>
      <dgm:t>
        <a:bodyPr/>
        <a:lstStyle/>
        <a:p>
          <a:endParaRPr lang="en-US"/>
        </a:p>
      </dgm:t>
    </dgm:pt>
    <dgm:pt modelId="{67B561A8-74DD-4E8E-99BF-FF8932845496}">
      <dgm:prSet/>
      <dgm:spPr/>
      <dgm:t>
        <a:bodyPr/>
        <a:lstStyle/>
        <a:p>
          <a:r>
            <a:rPr lang="en-US"/>
            <a:t>Vaccine Name </a:t>
          </a:r>
        </a:p>
      </dgm:t>
    </dgm:pt>
    <dgm:pt modelId="{FFDB8F26-C861-4B3B-9369-CCE807ACB69E}" type="parTrans" cxnId="{4C5A28B1-7FA0-472C-BDE5-71F5B06FE940}">
      <dgm:prSet/>
      <dgm:spPr/>
      <dgm:t>
        <a:bodyPr/>
        <a:lstStyle/>
        <a:p>
          <a:endParaRPr lang="en-US"/>
        </a:p>
      </dgm:t>
    </dgm:pt>
    <dgm:pt modelId="{D9A885D4-A04A-48B2-BD16-A1849C89E5A6}" type="sibTrans" cxnId="{4C5A28B1-7FA0-472C-BDE5-71F5B06FE940}">
      <dgm:prSet/>
      <dgm:spPr/>
      <dgm:t>
        <a:bodyPr/>
        <a:lstStyle/>
        <a:p>
          <a:endParaRPr lang="en-US"/>
        </a:p>
      </dgm:t>
    </dgm:pt>
    <dgm:pt modelId="{6C228DCA-47DB-422E-9BFC-AF26866CAF10}">
      <dgm:prSet/>
      <dgm:spPr/>
      <dgm:t>
        <a:bodyPr/>
        <a:lstStyle/>
        <a:p>
          <a:r>
            <a:rPr lang="en-US"/>
            <a:t>Vaccinations Given </a:t>
          </a:r>
        </a:p>
      </dgm:t>
    </dgm:pt>
    <dgm:pt modelId="{95EC33D6-6AA3-48DC-83BD-325506B05A7C}" type="parTrans" cxnId="{C05A83B8-ACAE-42EA-9F0F-488AC6C3B9A0}">
      <dgm:prSet/>
      <dgm:spPr/>
      <dgm:t>
        <a:bodyPr/>
        <a:lstStyle/>
        <a:p>
          <a:endParaRPr lang="en-US"/>
        </a:p>
      </dgm:t>
    </dgm:pt>
    <dgm:pt modelId="{346CDE5F-2FD3-431E-BD26-4065615C9B16}" type="sibTrans" cxnId="{C05A83B8-ACAE-42EA-9F0F-488AC6C3B9A0}">
      <dgm:prSet/>
      <dgm:spPr/>
      <dgm:t>
        <a:bodyPr/>
        <a:lstStyle/>
        <a:p>
          <a:endParaRPr lang="en-US"/>
        </a:p>
      </dgm:t>
    </dgm:pt>
    <dgm:pt modelId="{C6DF8A65-14C2-4732-95AF-9F5CCBBE780D}">
      <dgm:prSet/>
      <dgm:spPr/>
      <dgm:t>
        <a:bodyPr/>
        <a:lstStyle/>
        <a:p>
          <a:r>
            <a:rPr lang="en-US"/>
            <a:t>Report Year </a:t>
          </a:r>
        </a:p>
      </dgm:t>
    </dgm:pt>
    <dgm:pt modelId="{BD1F8FA2-644A-47E5-8636-5F607C017DA9}" type="parTrans" cxnId="{307BFABB-3A0D-46E6-A33A-8D6960F3227A}">
      <dgm:prSet/>
      <dgm:spPr/>
      <dgm:t>
        <a:bodyPr/>
        <a:lstStyle/>
        <a:p>
          <a:endParaRPr lang="en-US"/>
        </a:p>
      </dgm:t>
    </dgm:pt>
    <dgm:pt modelId="{6F48B0A7-A861-43AE-88E1-5AE164974255}" type="sibTrans" cxnId="{307BFABB-3A0D-46E6-A33A-8D6960F3227A}">
      <dgm:prSet/>
      <dgm:spPr/>
      <dgm:t>
        <a:bodyPr/>
        <a:lstStyle/>
        <a:p>
          <a:endParaRPr lang="en-US"/>
        </a:p>
      </dgm:t>
    </dgm:pt>
    <dgm:pt modelId="{72AECE1D-70B1-4F3E-93CF-C07F5EEAD7C7}">
      <dgm:prSet/>
      <dgm:spPr/>
      <dgm:t>
        <a:bodyPr/>
        <a:lstStyle/>
        <a:p>
          <a:r>
            <a:rPr lang="en-US" b="1"/>
            <a:t>Relationship</a:t>
          </a:r>
          <a:endParaRPr lang="en-US"/>
        </a:p>
      </dgm:t>
    </dgm:pt>
    <dgm:pt modelId="{4EE2C74A-907E-4548-A963-2B8B08F8062A}" type="parTrans" cxnId="{F4C4EEA4-B674-4F92-ABB3-227CAB5AE848}">
      <dgm:prSet/>
      <dgm:spPr/>
      <dgm:t>
        <a:bodyPr/>
        <a:lstStyle/>
        <a:p>
          <a:endParaRPr lang="en-US"/>
        </a:p>
      </dgm:t>
    </dgm:pt>
    <dgm:pt modelId="{1D656CD0-5E14-4D60-8D71-BE2E43DB316F}" type="sibTrans" cxnId="{F4C4EEA4-B674-4F92-ABB3-227CAB5AE848}">
      <dgm:prSet/>
      <dgm:spPr/>
      <dgm:t>
        <a:bodyPr/>
        <a:lstStyle/>
        <a:p>
          <a:endParaRPr lang="en-US"/>
        </a:p>
      </dgm:t>
    </dgm:pt>
    <dgm:pt modelId="{54FDD422-2D63-4EF1-A51B-D5D5CBB521FB}">
      <dgm:prSet/>
      <dgm:spPr/>
      <dgm:t>
        <a:bodyPr/>
        <a:lstStyle/>
        <a:p>
          <a:r>
            <a:rPr lang="en-US" dirty="0"/>
            <a:t>The two tables are connected using </a:t>
          </a:r>
          <a:r>
            <a:rPr lang="en-US" b="1" dirty="0"/>
            <a:t>Country ID</a:t>
          </a:r>
          <a:r>
            <a:rPr lang="en-US" dirty="0"/>
            <a:t>, allowing vaccination records to be linked to the correct country.</a:t>
          </a:r>
        </a:p>
      </dgm:t>
    </dgm:pt>
    <dgm:pt modelId="{739CA267-F513-4894-AF0E-102942D92359}" type="parTrans" cxnId="{5F7FD251-7CB3-4C0C-ABD1-F9BF05CD574C}">
      <dgm:prSet/>
      <dgm:spPr/>
      <dgm:t>
        <a:bodyPr/>
        <a:lstStyle/>
        <a:p>
          <a:endParaRPr lang="en-US"/>
        </a:p>
      </dgm:t>
    </dgm:pt>
    <dgm:pt modelId="{B83A0382-C751-44DE-AD56-AF9F60688313}" type="sibTrans" cxnId="{5F7FD251-7CB3-4C0C-ABD1-F9BF05CD574C}">
      <dgm:prSet/>
      <dgm:spPr/>
      <dgm:t>
        <a:bodyPr/>
        <a:lstStyle/>
        <a:p>
          <a:endParaRPr lang="en-US"/>
        </a:p>
      </dgm:t>
    </dgm:pt>
    <dgm:pt modelId="{7F3C7096-0476-46C2-B8DD-08E52EE6E291}" type="pres">
      <dgm:prSet presAssocID="{3444E0C5-1530-4727-94BE-A98CD3BC1925}" presName="diagram" presStyleCnt="0">
        <dgm:presLayoutVars>
          <dgm:dir/>
          <dgm:resizeHandles val="exact"/>
        </dgm:presLayoutVars>
      </dgm:prSet>
      <dgm:spPr/>
    </dgm:pt>
    <dgm:pt modelId="{97719CFC-5D7B-43DE-9E59-96C5844578E0}" type="pres">
      <dgm:prSet presAssocID="{7032C72E-A9DB-49DB-B928-58BE9053BA9E}" presName="node" presStyleLbl="node1" presStyleIdx="0" presStyleCnt="16">
        <dgm:presLayoutVars>
          <dgm:bulletEnabled val="1"/>
        </dgm:presLayoutVars>
      </dgm:prSet>
      <dgm:spPr/>
    </dgm:pt>
    <dgm:pt modelId="{E962E9BC-A216-4D16-A470-3454B90C75BF}" type="pres">
      <dgm:prSet presAssocID="{E97D9449-A681-47CF-9E0A-57C358EDF4C7}" presName="sibTrans" presStyleCnt="0"/>
      <dgm:spPr/>
    </dgm:pt>
    <dgm:pt modelId="{A676EDDA-907E-4E41-836E-9E9B9C25ECCB}" type="pres">
      <dgm:prSet presAssocID="{C4B6023C-722D-4D51-957F-5290B1F9BAB0}" presName="node" presStyleLbl="node1" presStyleIdx="1" presStyleCnt="16">
        <dgm:presLayoutVars>
          <dgm:bulletEnabled val="1"/>
        </dgm:presLayoutVars>
      </dgm:prSet>
      <dgm:spPr/>
    </dgm:pt>
    <dgm:pt modelId="{C0AA206E-F25F-491D-A8D4-4A57D202F915}" type="pres">
      <dgm:prSet presAssocID="{AFB66D25-E53E-4FBA-B733-9D304562A884}" presName="sibTrans" presStyleCnt="0"/>
      <dgm:spPr/>
    </dgm:pt>
    <dgm:pt modelId="{89B322C8-FFFF-4278-BBAF-B1092A5E29BD}" type="pres">
      <dgm:prSet presAssocID="{67DDAC0D-010F-4A07-8FC4-97C58D93A0D9}" presName="node" presStyleLbl="node1" presStyleIdx="2" presStyleCnt="16">
        <dgm:presLayoutVars>
          <dgm:bulletEnabled val="1"/>
        </dgm:presLayoutVars>
      </dgm:prSet>
      <dgm:spPr/>
    </dgm:pt>
    <dgm:pt modelId="{B749BB3E-362E-4108-B447-3809D2C007FB}" type="pres">
      <dgm:prSet presAssocID="{231A0C29-37FD-462A-A3DC-2751CE4EB9B7}" presName="sibTrans" presStyleCnt="0"/>
      <dgm:spPr/>
    </dgm:pt>
    <dgm:pt modelId="{CB033622-8E8D-4303-8244-48175FFCAF4F}" type="pres">
      <dgm:prSet presAssocID="{4C83A298-5863-4453-B55E-561285A9B55D}" presName="node" presStyleLbl="node1" presStyleIdx="3" presStyleCnt="16">
        <dgm:presLayoutVars>
          <dgm:bulletEnabled val="1"/>
        </dgm:presLayoutVars>
      </dgm:prSet>
      <dgm:spPr/>
    </dgm:pt>
    <dgm:pt modelId="{64A2DE78-3299-40EC-9117-FCED7AC56C40}" type="pres">
      <dgm:prSet presAssocID="{3BBD7166-8791-400D-8268-00F684895635}" presName="sibTrans" presStyleCnt="0"/>
      <dgm:spPr/>
    </dgm:pt>
    <dgm:pt modelId="{65ED88CF-9902-4149-B784-5C724EB5F838}" type="pres">
      <dgm:prSet presAssocID="{7A280591-E43B-4245-B971-4CEB450A38C7}" presName="node" presStyleLbl="node1" presStyleIdx="4" presStyleCnt="16">
        <dgm:presLayoutVars>
          <dgm:bulletEnabled val="1"/>
        </dgm:presLayoutVars>
      </dgm:prSet>
      <dgm:spPr/>
    </dgm:pt>
    <dgm:pt modelId="{82A6B1B5-2D5B-44AB-AD41-1A10A5BBA171}" type="pres">
      <dgm:prSet presAssocID="{C9779A0D-FB4C-4CFC-932A-A87BE877FF30}" presName="sibTrans" presStyleCnt="0"/>
      <dgm:spPr/>
    </dgm:pt>
    <dgm:pt modelId="{CC740F83-6235-4AD2-8CD5-BE932865F605}" type="pres">
      <dgm:prSet presAssocID="{3BE1CD6F-59AB-4DFB-8580-FF3AE5DFE842}" presName="node" presStyleLbl="node1" presStyleIdx="5" presStyleCnt="16">
        <dgm:presLayoutVars>
          <dgm:bulletEnabled val="1"/>
        </dgm:presLayoutVars>
      </dgm:prSet>
      <dgm:spPr/>
    </dgm:pt>
    <dgm:pt modelId="{75C61F69-985F-4BE0-BCE5-B37CBF8398BA}" type="pres">
      <dgm:prSet presAssocID="{EF33E55B-CC1D-4593-8C33-DF2CB466473D}" presName="sibTrans" presStyleCnt="0"/>
      <dgm:spPr/>
    </dgm:pt>
    <dgm:pt modelId="{77D0336A-8C98-4A14-B98D-12A010B3D85A}" type="pres">
      <dgm:prSet presAssocID="{D3766D48-9B1A-4505-A5EB-3EB1065FFE73}" presName="node" presStyleLbl="node1" presStyleIdx="6" presStyleCnt="16">
        <dgm:presLayoutVars>
          <dgm:bulletEnabled val="1"/>
        </dgm:presLayoutVars>
      </dgm:prSet>
      <dgm:spPr/>
    </dgm:pt>
    <dgm:pt modelId="{C1EE5E90-2E57-4324-95E5-EFD4EFE8D32B}" type="pres">
      <dgm:prSet presAssocID="{E65A4007-D8A7-4BC9-BB6D-C875E2959683}" presName="sibTrans" presStyleCnt="0"/>
      <dgm:spPr/>
    </dgm:pt>
    <dgm:pt modelId="{8509A54A-67DB-4F83-8609-42C61C4ADC29}" type="pres">
      <dgm:prSet presAssocID="{DE26551D-668C-44ED-AE47-1689AE7DF669}" presName="node" presStyleLbl="node1" presStyleIdx="7" presStyleCnt="16">
        <dgm:presLayoutVars>
          <dgm:bulletEnabled val="1"/>
        </dgm:presLayoutVars>
      </dgm:prSet>
      <dgm:spPr/>
    </dgm:pt>
    <dgm:pt modelId="{09288794-7B4D-4202-B415-396481EDE436}" type="pres">
      <dgm:prSet presAssocID="{5E383E8A-1BFF-427E-94C5-53C65EBAC2DA}" presName="sibTrans" presStyleCnt="0"/>
      <dgm:spPr/>
    </dgm:pt>
    <dgm:pt modelId="{3BE13D26-C8A7-468C-BE44-275BE8B6AC0A}" type="pres">
      <dgm:prSet presAssocID="{5ECCDD77-7053-499C-A1F4-CAB18C07D9FE}" presName="node" presStyleLbl="node1" presStyleIdx="8" presStyleCnt="16">
        <dgm:presLayoutVars>
          <dgm:bulletEnabled val="1"/>
        </dgm:presLayoutVars>
      </dgm:prSet>
      <dgm:spPr/>
    </dgm:pt>
    <dgm:pt modelId="{5417E739-2097-4556-9A51-EC3892D91B55}" type="pres">
      <dgm:prSet presAssocID="{FC24B8F2-A83B-4F94-9030-CC9145554401}" presName="sibTrans" presStyleCnt="0"/>
      <dgm:spPr/>
    </dgm:pt>
    <dgm:pt modelId="{28DD8823-9CC5-43E6-BF10-B2338D48975B}" type="pres">
      <dgm:prSet presAssocID="{9827A6C0-0FA5-48A2-B284-0722A993FA26}" presName="node" presStyleLbl="node1" presStyleIdx="9" presStyleCnt="16">
        <dgm:presLayoutVars>
          <dgm:bulletEnabled val="1"/>
        </dgm:presLayoutVars>
      </dgm:prSet>
      <dgm:spPr/>
    </dgm:pt>
    <dgm:pt modelId="{FBD662D4-6D87-4784-B55E-3315D0D8EF69}" type="pres">
      <dgm:prSet presAssocID="{DCAE3945-E05C-43A2-B59F-E20664DE8726}" presName="sibTrans" presStyleCnt="0"/>
      <dgm:spPr/>
    </dgm:pt>
    <dgm:pt modelId="{210196B9-7F0C-46CD-8E5A-D390B37FBA0C}" type="pres">
      <dgm:prSet presAssocID="{72370C1E-C580-4598-8CB8-ABE2C82DB975}" presName="node" presStyleLbl="node1" presStyleIdx="10" presStyleCnt="16">
        <dgm:presLayoutVars>
          <dgm:bulletEnabled val="1"/>
        </dgm:presLayoutVars>
      </dgm:prSet>
      <dgm:spPr/>
    </dgm:pt>
    <dgm:pt modelId="{03F0E0B9-27CA-459E-BBD8-FA6D5428A2BA}" type="pres">
      <dgm:prSet presAssocID="{1294449D-C3D5-476A-B41F-9EBFD52ACF46}" presName="sibTrans" presStyleCnt="0"/>
      <dgm:spPr/>
    </dgm:pt>
    <dgm:pt modelId="{20CF4053-C0C7-47CB-98DA-AC628886B00F}" type="pres">
      <dgm:prSet presAssocID="{67B561A8-74DD-4E8E-99BF-FF8932845496}" presName="node" presStyleLbl="node1" presStyleIdx="11" presStyleCnt="16">
        <dgm:presLayoutVars>
          <dgm:bulletEnabled val="1"/>
        </dgm:presLayoutVars>
      </dgm:prSet>
      <dgm:spPr/>
    </dgm:pt>
    <dgm:pt modelId="{ECBE9FA1-55BD-47A0-9966-C1F782EC92E1}" type="pres">
      <dgm:prSet presAssocID="{D9A885D4-A04A-48B2-BD16-A1849C89E5A6}" presName="sibTrans" presStyleCnt="0"/>
      <dgm:spPr/>
    </dgm:pt>
    <dgm:pt modelId="{E5372119-35A5-40EF-866A-5983A30D7282}" type="pres">
      <dgm:prSet presAssocID="{6C228DCA-47DB-422E-9BFC-AF26866CAF10}" presName="node" presStyleLbl="node1" presStyleIdx="12" presStyleCnt="16">
        <dgm:presLayoutVars>
          <dgm:bulletEnabled val="1"/>
        </dgm:presLayoutVars>
      </dgm:prSet>
      <dgm:spPr/>
    </dgm:pt>
    <dgm:pt modelId="{78F9EB8C-4AB8-4D37-8FA7-6703FEB06323}" type="pres">
      <dgm:prSet presAssocID="{346CDE5F-2FD3-431E-BD26-4065615C9B16}" presName="sibTrans" presStyleCnt="0"/>
      <dgm:spPr/>
    </dgm:pt>
    <dgm:pt modelId="{6C01F474-FAED-4932-AB5B-356EA99B3186}" type="pres">
      <dgm:prSet presAssocID="{C6DF8A65-14C2-4732-95AF-9F5CCBBE780D}" presName="node" presStyleLbl="node1" presStyleIdx="13" presStyleCnt="16">
        <dgm:presLayoutVars>
          <dgm:bulletEnabled val="1"/>
        </dgm:presLayoutVars>
      </dgm:prSet>
      <dgm:spPr/>
    </dgm:pt>
    <dgm:pt modelId="{19BA6575-6C05-45E4-91F1-F8AF693E3C4A}" type="pres">
      <dgm:prSet presAssocID="{6F48B0A7-A861-43AE-88E1-5AE164974255}" presName="sibTrans" presStyleCnt="0"/>
      <dgm:spPr/>
    </dgm:pt>
    <dgm:pt modelId="{9B057A94-C565-4A48-BD37-682AC04A3D88}" type="pres">
      <dgm:prSet presAssocID="{72AECE1D-70B1-4F3E-93CF-C07F5EEAD7C7}" presName="node" presStyleLbl="node1" presStyleIdx="14" presStyleCnt="16">
        <dgm:presLayoutVars>
          <dgm:bulletEnabled val="1"/>
        </dgm:presLayoutVars>
      </dgm:prSet>
      <dgm:spPr/>
    </dgm:pt>
    <dgm:pt modelId="{514A5F6A-9DBA-441B-A3FF-78BFB447F9FC}" type="pres">
      <dgm:prSet presAssocID="{1D656CD0-5E14-4D60-8D71-BE2E43DB316F}" presName="sibTrans" presStyleCnt="0"/>
      <dgm:spPr/>
    </dgm:pt>
    <dgm:pt modelId="{5A290411-A26B-4AAD-A7E9-5972CC747180}" type="pres">
      <dgm:prSet presAssocID="{54FDD422-2D63-4EF1-A51B-D5D5CBB521FB}" presName="node" presStyleLbl="node1" presStyleIdx="15" presStyleCnt="16">
        <dgm:presLayoutVars>
          <dgm:bulletEnabled val="1"/>
        </dgm:presLayoutVars>
      </dgm:prSet>
      <dgm:spPr/>
    </dgm:pt>
  </dgm:ptLst>
  <dgm:cxnLst>
    <dgm:cxn modelId="{40762C06-E942-4D8D-8F75-72865CA29550}" srcId="{3444E0C5-1530-4727-94BE-A98CD3BC1925}" destId="{4C83A298-5863-4453-B55E-561285A9B55D}" srcOrd="3" destOrd="0" parTransId="{69FB3EB5-7CCA-4A1E-A4D0-C566996562BD}" sibTransId="{3BBD7166-8791-400D-8268-00F684895635}"/>
    <dgm:cxn modelId="{E2B6DC06-36E5-4BA7-A372-4A026B3CFC82}" srcId="{3444E0C5-1530-4727-94BE-A98CD3BC1925}" destId="{3BE1CD6F-59AB-4DFB-8580-FF3AE5DFE842}" srcOrd="5" destOrd="0" parTransId="{E1F7EA7C-19F9-4E4D-9C00-2CB52491E369}" sibTransId="{EF33E55B-CC1D-4593-8C33-DF2CB466473D}"/>
    <dgm:cxn modelId="{46F7490D-23CF-4022-9211-E70BBCCFCACE}" type="presOf" srcId="{67B561A8-74DD-4E8E-99BF-FF8932845496}" destId="{20CF4053-C0C7-47CB-98DA-AC628886B00F}" srcOrd="0" destOrd="0" presId="urn:microsoft.com/office/officeart/2005/8/layout/default"/>
    <dgm:cxn modelId="{6A827A15-FD71-46F8-9792-FB7FE58B2802}" srcId="{3444E0C5-1530-4727-94BE-A98CD3BC1925}" destId="{5ECCDD77-7053-499C-A1F4-CAB18C07D9FE}" srcOrd="8" destOrd="0" parTransId="{ADEFB693-BF79-4DBB-9400-1E515C7973B5}" sibTransId="{FC24B8F2-A83B-4F94-9030-CC9145554401}"/>
    <dgm:cxn modelId="{A4A14717-5D7F-41E1-A8EF-7BA8394BF5D2}" srcId="{3444E0C5-1530-4727-94BE-A98CD3BC1925}" destId="{9827A6C0-0FA5-48A2-B284-0722A993FA26}" srcOrd="9" destOrd="0" parTransId="{363E9D8F-89E8-4F06-B072-22C04BABBD53}" sibTransId="{DCAE3945-E05C-43A2-B59F-E20664DE8726}"/>
    <dgm:cxn modelId="{69B5AB1F-7C6A-464A-ABB4-0764ADF4FA0B}" type="presOf" srcId="{7032C72E-A9DB-49DB-B928-58BE9053BA9E}" destId="{97719CFC-5D7B-43DE-9E59-96C5844578E0}" srcOrd="0" destOrd="0" presId="urn:microsoft.com/office/officeart/2005/8/layout/default"/>
    <dgm:cxn modelId="{2043D81F-0589-4637-9D6A-151E278B46DC}" type="presOf" srcId="{4C83A298-5863-4453-B55E-561285A9B55D}" destId="{CB033622-8E8D-4303-8244-48175FFCAF4F}" srcOrd="0" destOrd="0" presId="urn:microsoft.com/office/officeart/2005/8/layout/default"/>
    <dgm:cxn modelId="{1753E935-0EEB-4957-868D-29DBCE586B67}" srcId="{3444E0C5-1530-4727-94BE-A98CD3BC1925}" destId="{D3766D48-9B1A-4505-A5EB-3EB1065FFE73}" srcOrd="6" destOrd="0" parTransId="{7CD52D87-4A21-4F83-B144-B29F038001EF}" sibTransId="{E65A4007-D8A7-4BC9-BB6D-C875E2959683}"/>
    <dgm:cxn modelId="{39756663-DFCF-475B-804E-BB9A88351D17}" srcId="{3444E0C5-1530-4727-94BE-A98CD3BC1925}" destId="{7A280591-E43B-4245-B971-4CEB450A38C7}" srcOrd="4" destOrd="0" parTransId="{EFA076A4-B1BE-4348-A9D5-039EDAD5A901}" sibTransId="{C9779A0D-FB4C-4CFC-932A-A87BE877FF30}"/>
    <dgm:cxn modelId="{757D4367-F60F-4E00-BAE4-40639E4EAA43}" type="presOf" srcId="{54FDD422-2D63-4EF1-A51B-D5D5CBB521FB}" destId="{5A290411-A26B-4AAD-A7E9-5972CC747180}" srcOrd="0" destOrd="0" presId="urn:microsoft.com/office/officeart/2005/8/layout/default"/>
    <dgm:cxn modelId="{C6AD6F67-1267-4C70-8FD0-8B8ED1DF8E5A}" type="presOf" srcId="{7A280591-E43B-4245-B971-4CEB450A38C7}" destId="{65ED88CF-9902-4149-B784-5C724EB5F838}" srcOrd="0" destOrd="0" presId="urn:microsoft.com/office/officeart/2005/8/layout/default"/>
    <dgm:cxn modelId="{27D1856B-B29C-46D9-A8B6-8695D5D0DC55}" srcId="{3444E0C5-1530-4727-94BE-A98CD3BC1925}" destId="{72370C1E-C580-4598-8CB8-ABE2C82DB975}" srcOrd="10" destOrd="0" parTransId="{3A724AAD-27CE-466B-A993-BB0830EEDDFA}" sibTransId="{1294449D-C3D5-476A-B41F-9EBFD52ACF46}"/>
    <dgm:cxn modelId="{0C5D9E4D-5E9A-4ED7-825E-D894F409608C}" type="presOf" srcId="{C6DF8A65-14C2-4732-95AF-9F5CCBBE780D}" destId="{6C01F474-FAED-4932-AB5B-356EA99B3186}" srcOrd="0" destOrd="0" presId="urn:microsoft.com/office/officeart/2005/8/layout/default"/>
    <dgm:cxn modelId="{8E75D86D-19D6-4A2A-9D9D-F054871F0B5E}" type="presOf" srcId="{72AECE1D-70B1-4F3E-93CF-C07F5EEAD7C7}" destId="{9B057A94-C565-4A48-BD37-682AC04A3D88}" srcOrd="0" destOrd="0" presId="urn:microsoft.com/office/officeart/2005/8/layout/default"/>
    <dgm:cxn modelId="{5684354F-88A2-4280-979C-3BE9FB9BB401}" type="presOf" srcId="{3444E0C5-1530-4727-94BE-A98CD3BC1925}" destId="{7F3C7096-0476-46C2-B8DD-08E52EE6E291}" srcOrd="0" destOrd="0" presId="urn:microsoft.com/office/officeart/2005/8/layout/default"/>
    <dgm:cxn modelId="{5F7FD251-7CB3-4C0C-ABD1-F9BF05CD574C}" srcId="{3444E0C5-1530-4727-94BE-A98CD3BC1925}" destId="{54FDD422-2D63-4EF1-A51B-D5D5CBB521FB}" srcOrd="15" destOrd="0" parTransId="{739CA267-F513-4894-AF0E-102942D92359}" sibTransId="{B83A0382-C751-44DE-AD56-AF9F60688313}"/>
    <dgm:cxn modelId="{4B7D2B7E-91CE-468F-A2CA-13614F640F2F}" srcId="{3444E0C5-1530-4727-94BE-A98CD3BC1925}" destId="{67DDAC0D-010F-4A07-8FC4-97C58D93A0D9}" srcOrd="2" destOrd="0" parTransId="{E143394E-133E-4A74-A773-E9162F60AF5E}" sibTransId="{231A0C29-37FD-462A-A3DC-2751CE4EB9B7}"/>
    <dgm:cxn modelId="{614B7D99-A49F-492F-9112-10591E12856B}" type="presOf" srcId="{C4B6023C-722D-4D51-957F-5290B1F9BAB0}" destId="{A676EDDA-907E-4E41-836E-9E9B9C25ECCB}" srcOrd="0" destOrd="0" presId="urn:microsoft.com/office/officeart/2005/8/layout/default"/>
    <dgm:cxn modelId="{D19CA999-218A-4618-8570-B05CC3B03383}" type="presOf" srcId="{72370C1E-C580-4598-8CB8-ABE2C82DB975}" destId="{210196B9-7F0C-46CD-8E5A-D390B37FBA0C}" srcOrd="0" destOrd="0" presId="urn:microsoft.com/office/officeart/2005/8/layout/default"/>
    <dgm:cxn modelId="{932FB69C-A7B9-4998-AE07-87B9375C934A}" type="presOf" srcId="{3BE1CD6F-59AB-4DFB-8580-FF3AE5DFE842}" destId="{CC740F83-6235-4AD2-8CD5-BE932865F605}" srcOrd="0" destOrd="0" presId="urn:microsoft.com/office/officeart/2005/8/layout/default"/>
    <dgm:cxn modelId="{F4C4EEA4-B674-4F92-ABB3-227CAB5AE848}" srcId="{3444E0C5-1530-4727-94BE-A98CD3BC1925}" destId="{72AECE1D-70B1-4F3E-93CF-C07F5EEAD7C7}" srcOrd="14" destOrd="0" parTransId="{4EE2C74A-907E-4548-A963-2B8B08F8062A}" sibTransId="{1D656CD0-5E14-4D60-8D71-BE2E43DB316F}"/>
    <dgm:cxn modelId="{54A1BDAE-2FC1-4CDA-81AD-49C7E105AAAF}" type="presOf" srcId="{9827A6C0-0FA5-48A2-B284-0722A993FA26}" destId="{28DD8823-9CC5-43E6-BF10-B2338D48975B}" srcOrd="0" destOrd="0" presId="urn:microsoft.com/office/officeart/2005/8/layout/default"/>
    <dgm:cxn modelId="{4C5A28B1-7FA0-472C-BDE5-71F5B06FE940}" srcId="{3444E0C5-1530-4727-94BE-A98CD3BC1925}" destId="{67B561A8-74DD-4E8E-99BF-FF8932845496}" srcOrd="11" destOrd="0" parTransId="{FFDB8F26-C861-4B3B-9369-CCE807ACB69E}" sibTransId="{D9A885D4-A04A-48B2-BD16-A1849C89E5A6}"/>
    <dgm:cxn modelId="{C62312B2-F529-4DFB-B71E-C072A1A4DB00}" type="presOf" srcId="{D3766D48-9B1A-4505-A5EB-3EB1065FFE73}" destId="{77D0336A-8C98-4A14-B98D-12A010B3D85A}" srcOrd="0" destOrd="0" presId="urn:microsoft.com/office/officeart/2005/8/layout/default"/>
    <dgm:cxn modelId="{C05A83B8-ACAE-42EA-9F0F-488AC6C3B9A0}" srcId="{3444E0C5-1530-4727-94BE-A98CD3BC1925}" destId="{6C228DCA-47DB-422E-9BFC-AF26866CAF10}" srcOrd="12" destOrd="0" parTransId="{95EC33D6-6AA3-48DC-83BD-325506B05A7C}" sibTransId="{346CDE5F-2FD3-431E-BD26-4065615C9B16}"/>
    <dgm:cxn modelId="{307BFABB-3A0D-46E6-A33A-8D6960F3227A}" srcId="{3444E0C5-1530-4727-94BE-A98CD3BC1925}" destId="{C6DF8A65-14C2-4732-95AF-9F5CCBBE780D}" srcOrd="13" destOrd="0" parTransId="{BD1F8FA2-644A-47E5-8636-5F607C017DA9}" sibTransId="{6F48B0A7-A861-43AE-88E1-5AE164974255}"/>
    <dgm:cxn modelId="{66621AC8-2FC6-4F70-B2DE-BB6A86CB899E}" type="presOf" srcId="{DE26551D-668C-44ED-AE47-1689AE7DF669}" destId="{8509A54A-67DB-4F83-8609-42C61C4ADC29}" srcOrd="0" destOrd="0" presId="urn:microsoft.com/office/officeart/2005/8/layout/default"/>
    <dgm:cxn modelId="{6006A6CC-3B7F-4E97-8E08-98C97600A430}" type="presOf" srcId="{5ECCDD77-7053-499C-A1F4-CAB18C07D9FE}" destId="{3BE13D26-C8A7-468C-BE44-275BE8B6AC0A}" srcOrd="0" destOrd="0" presId="urn:microsoft.com/office/officeart/2005/8/layout/default"/>
    <dgm:cxn modelId="{858229D9-BA89-4B2B-8048-CB76F195EDAE}" srcId="{3444E0C5-1530-4727-94BE-A98CD3BC1925}" destId="{7032C72E-A9DB-49DB-B928-58BE9053BA9E}" srcOrd="0" destOrd="0" parTransId="{D5ED0B3D-0B25-49A9-9736-B8CBEC4DF4EA}" sibTransId="{E97D9449-A681-47CF-9E0A-57C358EDF4C7}"/>
    <dgm:cxn modelId="{070A13F0-75B8-48BF-B886-41A0E1B46FBE}" type="presOf" srcId="{6C228DCA-47DB-422E-9BFC-AF26866CAF10}" destId="{E5372119-35A5-40EF-866A-5983A30D7282}" srcOrd="0" destOrd="0" presId="urn:microsoft.com/office/officeart/2005/8/layout/default"/>
    <dgm:cxn modelId="{F9220CF2-CB82-4E97-B4D1-23660E154920}" srcId="{3444E0C5-1530-4727-94BE-A98CD3BC1925}" destId="{DE26551D-668C-44ED-AE47-1689AE7DF669}" srcOrd="7" destOrd="0" parTransId="{82227684-E5EF-4AE9-9C10-0707C1E75661}" sibTransId="{5E383E8A-1BFF-427E-94C5-53C65EBAC2DA}"/>
    <dgm:cxn modelId="{24D092FA-4594-40ED-AC96-2B63AF9B7868}" srcId="{3444E0C5-1530-4727-94BE-A98CD3BC1925}" destId="{C4B6023C-722D-4D51-957F-5290B1F9BAB0}" srcOrd="1" destOrd="0" parTransId="{298D39E4-F345-480B-AD92-8777AA164D6E}" sibTransId="{AFB66D25-E53E-4FBA-B733-9D304562A884}"/>
    <dgm:cxn modelId="{4B37CFFB-F9EB-4A06-831D-4BA82A8E5DF9}" type="presOf" srcId="{67DDAC0D-010F-4A07-8FC4-97C58D93A0D9}" destId="{89B322C8-FFFF-4278-BBAF-B1092A5E29BD}" srcOrd="0" destOrd="0" presId="urn:microsoft.com/office/officeart/2005/8/layout/default"/>
    <dgm:cxn modelId="{B0159D1A-F9F5-4075-B206-7B2E319589B9}" type="presParOf" srcId="{7F3C7096-0476-46C2-B8DD-08E52EE6E291}" destId="{97719CFC-5D7B-43DE-9E59-96C5844578E0}" srcOrd="0" destOrd="0" presId="urn:microsoft.com/office/officeart/2005/8/layout/default"/>
    <dgm:cxn modelId="{7A23C2F6-62BE-4B75-BCD0-6A1646012B02}" type="presParOf" srcId="{7F3C7096-0476-46C2-B8DD-08E52EE6E291}" destId="{E962E9BC-A216-4D16-A470-3454B90C75BF}" srcOrd="1" destOrd="0" presId="urn:microsoft.com/office/officeart/2005/8/layout/default"/>
    <dgm:cxn modelId="{62C8DC91-8805-4B41-ABEE-DF4A39F6CE8B}" type="presParOf" srcId="{7F3C7096-0476-46C2-B8DD-08E52EE6E291}" destId="{A676EDDA-907E-4E41-836E-9E9B9C25ECCB}" srcOrd="2" destOrd="0" presId="urn:microsoft.com/office/officeart/2005/8/layout/default"/>
    <dgm:cxn modelId="{7F6762F9-27F0-4256-8D49-99A9DA07CF93}" type="presParOf" srcId="{7F3C7096-0476-46C2-B8DD-08E52EE6E291}" destId="{C0AA206E-F25F-491D-A8D4-4A57D202F915}" srcOrd="3" destOrd="0" presId="urn:microsoft.com/office/officeart/2005/8/layout/default"/>
    <dgm:cxn modelId="{8F4C918C-899B-498A-9687-D311FCEA64AE}" type="presParOf" srcId="{7F3C7096-0476-46C2-B8DD-08E52EE6E291}" destId="{89B322C8-FFFF-4278-BBAF-B1092A5E29BD}" srcOrd="4" destOrd="0" presId="urn:microsoft.com/office/officeart/2005/8/layout/default"/>
    <dgm:cxn modelId="{ABDBB4E0-E47D-41B7-963F-C02E3B7F12E5}" type="presParOf" srcId="{7F3C7096-0476-46C2-B8DD-08E52EE6E291}" destId="{B749BB3E-362E-4108-B447-3809D2C007FB}" srcOrd="5" destOrd="0" presId="urn:microsoft.com/office/officeart/2005/8/layout/default"/>
    <dgm:cxn modelId="{F80216DB-C14E-4971-A960-10FA60AF353F}" type="presParOf" srcId="{7F3C7096-0476-46C2-B8DD-08E52EE6E291}" destId="{CB033622-8E8D-4303-8244-48175FFCAF4F}" srcOrd="6" destOrd="0" presId="urn:microsoft.com/office/officeart/2005/8/layout/default"/>
    <dgm:cxn modelId="{111B5FE1-1E59-4166-B505-2C1F371D6986}" type="presParOf" srcId="{7F3C7096-0476-46C2-B8DD-08E52EE6E291}" destId="{64A2DE78-3299-40EC-9117-FCED7AC56C40}" srcOrd="7" destOrd="0" presId="urn:microsoft.com/office/officeart/2005/8/layout/default"/>
    <dgm:cxn modelId="{8E65CE73-EB5C-4F4D-B72F-5781C233111A}" type="presParOf" srcId="{7F3C7096-0476-46C2-B8DD-08E52EE6E291}" destId="{65ED88CF-9902-4149-B784-5C724EB5F838}" srcOrd="8" destOrd="0" presId="urn:microsoft.com/office/officeart/2005/8/layout/default"/>
    <dgm:cxn modelId="{80AC00F4-15CE-49CE-B83D-0B5176FE11E9}" type="presParOf" srcId="{7F3C7096-0476-46C2-B8DD-08E52EE6E291}" destId="{82A6B1B5-2D5B-44AB-AD41-1A10A5BBA171}" srcOrd="9" destOrd="0" presId="urn:microsoft.com/office/officeart/2005/8/layout/default"/>
    <dgm:cxn modelId="{E5172322-A955-4CFE-B3A3-5163C6708B82}" type="presParOf" srcId="{7F3C7096-0476-46C2-B8DD-08E52EE6E291}" destId="{CC740F83-6235-4AD2-8CD5-BE932865F605}" srcOrd="10" destOrd="0" presId="urn:microsoft.com/office/officeart/2005/8/layout/default"/>
    <dgm:cxn modelId="{8C887FE9-F3C8-4D01-A9B7-AD6E691759C3}" type="presParOf" srcId="{7F3C7096-0476-46C2-B8DD-08E52EE6E291}" destId="{75C61F69-985F-4BE0-BCE5-B37CBF8398BA}" srcOrd="11" destOrd="0" presId="urn:microsoft.com/office/officeart/2005/8/layout/default"/>
    <dgm:cxn modelId="{03135D08-076B-4F54-BEED-811C3B2C233A}" type="presParOf" srcId="{7F3C7096-0476-46C2-B8DD-08E52EE6E291}" destId="{77D0336A-8C98-4A14-B98D-12A010B3D85A}" srcOrd="12" destOrd="0" presId="urn:microsoft.com/office/officeart/2005/8/layout/default"/>
    <dgm:cxn modelId="{31A462FC-B495-4FFE-813C-E66B94149644}" type="presParOf" srcId="{7F3C7096-0476-46C2-B8DD-08E52EE6E291}" destId="{C1EE5E90-2E57-4324-95E5-EFD4EFE8D32B}" srcOrd="13" destOrd="0" presId="urn:microsoft.com/office/officeart/2005/8/layout/default"/>
    <dgm:cxn modelId="{D2A445D1-D1EA-4AE2-8333-60FC753A01B2}" type="presParOf" srcId="{7F3C7096-0476-46C2-B8DD-08E52EE6E291}" destId="{8509A54A-67DB-4F83-8609-42C61C4ADC29}" srcOrd="14" destOrd="0" presId="urn:microsoft.com/office/officeart/2005/8/layout/default"/>
    <dgm:cxn modelId="{85FADFFD-4481-4351-A795-74D378AF4DD4}" type="presParOf" srcId="{7F3C7096-0476-46C2-B8DD-08E52EE6E291}" destId="{09288794-7B4D-4202-B415-396481EDE436}" srcOrd="15" destOrd="0" presId="urn:microsoft.com/office/officeart/2005/8/layout/default"/>
    <dgm:cxn modelId="{AA3B7DFE-E1FC-46DF-B69A-66CA9E94C43D}" type="presParOf" srcId="{7F3C7096-0476-46C2-B8DD-08E52EE6E291}" destId="{3BE13D26-C8A7-468C-BE44-275BE8B6AC0A}" srcOrd="16" destOrd="0" presId="urn:microsoft.com/office/officeart/2005/8/layout/default"/>
    <dgm:cxn modelId="{24A2EB91-0D57-4224-AF42-483445BAD0D0}" type="presParOf" srcId="{7F3C7096-0476-46C2-B8DD-08E52EE6E291}" destId="{5417E739-2097-4556-9A51-EC3892D91B55}" srcOrd="17" destOrd="0" presId="urn:microsoft.com/office/officeart/2005/8/layout/default"/>
    <dgm:cxn modelId="{74E65F5D-0FEB-4FEE-B049-EC093BB70BD2}" type="presParOf" srcId="{7F3C7096-0476-46C2-B8DD-08E52EE6E291}" destId="{28DD8823-9CC5-43E6-BF10-B2338D48975B}" srcOrd="18" destOrd="0" presId="urn:microsoft.com/office/officeart/2005/8/layout/default"/>
    <dgm:cxn modelId="{9E786F8A-4A43-4D16-AB24-5ED0C9C9961E}" type="presParOf" srcId="{7F3C7096-0476-46C2-B8DD-08E52EE6E291}" destId="{FBD662D4-6D87-4784-B55E-3315D0D8EF69}" srcOrd="19" destOrd="0" presId="urn:microsoft.com/office/officeart/2005/8/layout/default"/>
    <dgm:cxn modelId="{4D731CB3-22BA-4B95-8D4D-EF1F9D0ACBCB}" type="presParOf" srcId="{7F3C7096-0476-46C2-B8DD-08E52EE6E291}" destId="{210196B9-7F0C-46CD-8E5A-D390B37FBA0C}" srcOrd="20" destOrd="0" presId="urn:microsoft.com/office/officeart/2005/8/layout/default"/>
    <dgm:cxn modelId="{92175859-B070-46B8-A27C-9E720E0A9D7C}" type="presParOf" srcId="{7F3C7096-0476-46C2-B8DD-08E52EE6E291}" destId="{03F0E0B9-27CA-459E-BBD8-FA6D5428A2BA}" srcOrd="21" destOrd="0" presId="urn:microsoft.com/office/officeart/2005/8/layout/default"/>
    <dgm:cxn modelId="{E71C2A12-BCAB-4867-BEB6-46CB863EF4C6}" type="presParOf" srcId="{7F3C7096-0476-46C2-B8DD-08E52EE6E291}" destId="{20CF4053-C0C7-47CB-98DA-AC628886B00F}" srcOrd="22" destOrd="0" presId="urn:microsoft.com/office/officeart/2005/8/layout/default"/>
    <dgm:cxn modelId="{76E6DC39-6264-48B8-9793-66F0C11ADE08}" type="presParOf" srcId="{7F3C7096-0476-46C2-B8DD-08E52EE6E291}" destId="{ECBE9FA1-55BD-47A0-9966-C1F782EC92E1}" srcOrd="23" destOrd="0" presId="urn:microsoft.com/office/officeart/2005/8/layout/default"/>
    <dgm:cxn modelId="{CB1FAE74-B3FB-4D31-B787-DE38A66DCB7C}" type="presParOf" srcId="{7F3C7096-0476-46C2-B8DD-08E52EE6E291}" destId="{E5372119-35A5-40EF-866A-5983A30D7282}" srcOrd="24" destOrd="0" presId="urn:microsoft.com/office/officeart/2005/8/layout/default"/>
    <dgm:cxn modelId="{DED71A8A-C5A2-4506-A639-2986120C5CDD}" type="presParOf" srcId="{7F3C7096-0476-46C2-B8DD-08E52EE6E291}" destId="{78F9EB8C-4AB8-4D37-8FA7-6703FEB06323}" srcOrd="25" destOrd="0" presId="urn:microsoft.com/office/officeart/2005/8/layout/default"/>
    <dgm:cxn modelId="{A3464130-3AC1-4B17-B213-E03F17893D87}" type="presParOf" srcId="{7F3C7096-0476-46C2-B8DD-08E52EE6E291}" destId="{6C01F474-FAED-4932-AB5B-356EA99B3186}" srcOrd="26" destOrd="0" presId="urn:microsoft.com/office/officeart/2005/8/layout/default"/>
    <dgm:cxn modelId="{DCC7DEF8-855C-4EBC-B12B-07E4E145117C}" type="presParOf" srcId="{7F3C7096-0476-46C2-B8DD-08E52EE6E291}" destId="{19BA6575-6C05-45E4-91F1-F8AF693E3C4A}" srcOrd="27" destOrd="0" presId="urn:microsoft.com/office/officeart/2005/8/layout/default"/>
    <dgm:cxn modelId="{331ED342-FF92-4653-98F1-D51CAB485085}" type="presParOf" srcId="{7F3C7096-0476-46C2-B8DD-08E52EE6E291}" destId="{9B057A94-C565-4A48-BD37-682AC04A3D88}" srcOrd="28" destOrd="0" presId="urn:microsoft.com/office/officeart/2005/8/layout/default"/>
    <dgm:cxn modelId="{774FEAC4-4CF3-4254-95B0-CFAC6C881101}" type="presParOf" srcId="{7F3C7096-0476-46C2-B8DD-08E52EE6E291}" destId="{514A5F6A-9DBA-441B-A3FF-78BFB447F9FC}" srcOrd="29" destOrd="0" presId="urn:microsoft.com/office/officeart/2005/8/layout/default"/>
    <dgm:cxn modelId="{FB90CCC6-A3A3-47DE-8FBC-6852154AFBE9}" type="presParOf" srcId="{7F3C7096-0476-46C2-B8DD-08E52EE6E291}" destId="{5A290411-A26B-4AAD-A7E9-5972CC747180}" srcOrd="3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BA7FD2E-1B52-4CE8-ABAE-B631E2FF8B1C}" type="doc">
      <dgm:prSet loTypeId="urn:microsoft.com/office/officeart/2016/7/layout/RepeatingBendingProcessNew" loCatId="process" qsTypeId="urn:microsoft.com/office/officeart/2005/8/quickstyle/simple1" qsCatId="simple" csTypeId="urn:microsoft.com/office/officeart/2005/8/colors/colorful1" csCatId="colorful"/>
      <dgm:spPr/>
      <dgm:t>
        <a:bodyPr/>
        <a:lstStyle/>
        <a:p>
          <a:endParaRPr lang="en-US"/>
        </a:p>
      </dgm:t>
    </dgm:pt>
    <dgm:pt modelId="{67C260C0-1C14-4F2E-823B-F707536047E5}">
      <dgm:prSet/>
      <dgm:spPr/>
      <dgm:t>
        <a:bodyPr/>
        <a:lstStyle/>
        <a:p>
          <a:r>
            <a:rPr lang="en-US" b="1"/>
            <a:t>SQL Techniques Used</a:t>
          </a:r>
          <a:endParaRPr lang="en-US"/>
        </a:p>
      </dgm:t>
    </dgm:pt>
    <dgm:pt modelId="{CB88B3EF-52DE-4705-8F89-5DD73036803B}" type="parTrans" cxnId="{6D57D9AA-A312-441D-9951-B792041C1D75}">
      <dgm:prSet/>
      <dgm:spPr/>
      <dgm:t>
        <a:bodyPr/>
        <a:lstStyle/>
        <a:p>
          <a:endParaRPr lang="en-US"/>
        </a:p>
      </dgm:t>
    </dgm:pt>
    <dgm:pt modelId="{C6F759F0-31A1-4348-A08F-957EED92C642}" type="sibTrans" cxnId="{6D57D9AA-A312-441D-9951-B792041C1D75}">
      <dgm:prSet/>
      <dgm:spPr/>
      <dgm:t>
        <a:bodyPr/>
        <a:lstStyle/>
        <a:p>
          <a:endParaRPr lang="en-US"/>
        </a:p>
      </dgm:t>
    </dgm:pt>
    <dgm:pt modelId="{644AECB8-C6B0-4C1D-AA3F-8A323C161CF9}">
      <dgm:prSet/>
      <dgm:spPr/>
      <dgm:t>
        <a:bodyPr/>
        <a:lstStyle/>
        <a:p>
          <a:r>
            <a:rPr lang="en-US"/>
            <a:t>SELECT </a:t>
          </a:r>
        </a:p>
      </dgm:t>
    </dgm:pt>
    <dgm:pt modelId="{B94ACB99-B27B-418B-876E-7516C175B3BA}" type="parTrans" cxnId="{163C4249-5D8C-445C-A59A-BA45AA44382D}">
      <dgm:prSet/>
      <dgm:spPr/>
      <dgm:t>
        <a:bodyPr/>
        <a:lstStyle/>
        <a:p>
          <a:endParaRPr lang="en-US"/>
        </a:p>
      </dgm:t>
    </dgm:pt>
    <dgm:pt modelId="{2774C51B-1876-40A1-BDBB-3629FCF0CAE4}" type="sibTrans" cxnId="{163C4249-5D8C-445C-A59A-BA45AA44382D}">
      <dgm:prSet/>
      <dgm:spPr/>
      <dgm:t>
        <a:bodyPr/>
        <a:lstStyle/>
        <a:p>
          <a:endParaRPr lang="en-US"/>
        </a:p>
      </dgm:t>
    </dgm:pt>
    <dgm:pt modelId="{E6DD6D3F-ECAF-4D2A-913F-6C87C22535D2}">
      <dgm:prSet/>
      <dgm:spPr/>
      <dgm:t>
        <a:bodyPr/>
        <a:lstStyle/>
        <a:p>
          <a:r>
            <a:rPr lang="en-US"/>
            <a:t>WHERE </a:t>
          </a:r>
        </a:p>
      </dgm:t>
    </dgm:pt>
    <dgm:pt modelId="{992467AD-51EB-4207-92C3-C20988D9B3F0}" type="parTrans" cxnId="{9433FB67-9515-4946-BD3A-144869B9AF3B}">
      <dgm:prSet/>
      <dgm:spPr/>
      <dgm:t>
        <a:bodyPr/>
        <a:lstStyle/>
        <a:p>
          <a:endParaRPr lang="en-US"/>
        </a:p>
      </dgm:t>
    </dgm:pt>
    <dgm:pt modelId="{511E937C-8E95-4DAB-B00A-9B2198A5E75E}" type="sibTrans" cxnId="{9433FB67-9515-4946-BD3A-144869B9AF3B}">
      <dgm:prSet/>
      <dgm:spPr/>
      <dgm:t>
        <a:bodyPr/>
        <a:lstStyle/>
        <a:p>
          <a:endParaRPr lang="en-US"/>
        </a:p>
      </dgm:t>
    </dgm:pt>
    <dgm:pt modelId="{4E754601-3194-43B0-AF22-24D9D07C42FE}">
      <dgm:prSet/>
      <dgm:spPr/>
      <dgm:t>
        <a:bodyPr/>
        <a:lstStyle/>
        <a:p>
          <a:r>
            <a:rPr lang="en-US"/>
            <a:t>INNER JOIN </a:t>
          </a:r>
        </a:p>
      </dgm:t>
    </dgm:pt>
    <dgm:pt modelId="{086B2EF5-AA3C-4347-BD19-78F1BB0AA011}" type="parTrans" cxnId="{D3E2E814-47FD-4955-A722-44D931FB3B99}">
      <dgm:prSet/>
      <dgm:spPr/>
      <dgm:t>
        <a:bodyPr/>
        <a:lstStyle/>
        <a:p>
          <a:endParaRPr lang="en-US"/>
        </a:p>
      </dgm:t>
    </dgm:pt>
    <dgm:pt modelId="{AB7EFA0A-DB14-41E1-BF19-29D866CC20A7}" type="sibTrans" cxnId="{D3E2E814-47FD-4955-A722-44D931FB3B99}">
      <dgm:prSet/>
      <dgm:spPr/>
      <dgm:t>
        <a:bodyPr/>
        <a:lstStyle/>
        <a:p>
          <a:endParaRPr lang="en-US"/>
        </a:p>
      </dgm:t>
    </dgm:pt>
    <dgm:pt modelId="{42B1C120-5C1C-4896-BED9-608BF480DA1F}">
      <dgm:prSet/>
      <dgm:spPr/>
      <dgm:t>
        <a:bodyPr/>
        <a:lstStyle/>
        <a:p>
          <a:r>
            <a:rPr lang="en-US"/>
            <a:t>GROUP BY </a:t>
          </a:r>
        </a:p>
      </dgm:t>
    </dgm:pt>
    <dgm:pt modelId="{892E531A-63A7-48A1-954B-D84E4042778D}" type="parTrans" cxnId="{4C20078E-5D23-4A28-B1F8-61331F58381E}">
      <dgm:prSet/>
      <dgm:spPr/>
      <dgm:t>
        <a:bodyPr/>
        <a:lstStyle/>
        <a:p>
          <a:endParaRPr lang="en-US"/>
        </a:p>
      </dgm:t>
    </dgm:pt>
    <dgm:pt modelId="{71DF64B3-F003-4A19-9AA6-98C8DFD76DAA}" type="sibTrans" cxnId="{4C20078E-5D23-4A28-B1F8-61331F58381E}">
      <dgm:prSet/>
      <dgm:spPr/>
      <dgm:t>
        <a:bodyPr/>
        <a:lstStyle/>
        <a:p>
          <a:endParaRPr lang="en-US"/>
        </a:p>
      </dgm:t>
    </dgm:pt>
    <dgm:pt modelId="{50C5BF64-EFB6-498D-B1FA-FF94F8EB3B07}">
      <dgm:prSet/>
      <dgm:spPr/>
      <dgm:t>
        <a:bodyPr/>
        <a:lstStyle/>
        <a:p>
          <a:r>
            <a:rPr lang="en-US"/>
            <a:t>SUM() </a:t>
          </a:r>
        </a:p>
      </dgm:t>
    </dgm:pt>
    <dgm:pt modelId="{88762CE6-1497-42C9-B156-AAAF5E29A969}" type="parTrans" cxnId="{2F4A172B-02C4-4A4A-AED4-70A86BAF59CB}">
      <dgm:prSet/>
      <dgm:spPr/>
      <dgm:t>
        <a:bodyPr/>
        <a:lstStyle/>
        <a:p>
          <a:endParaRPr lang="en-US"/>
        </a:p>
      </dgm:t>
    </dgm:pt>
    <dgm:pt modelId="{0522BF7F-A4D6-455B-A440-449EBFCD60A0}" type="sibTrans" cxnId="{2F4A172B-02C4-4A4A-AED4-70A86BAF59CB}">
      <dgm:prSet/>
      <dgm:spPr/>
      <dgm:t>
        <a:bodyPr/>
        <a:lstStyle/>
        <a:p>
          <a:endParaRPr lang="en-US"/>
        </a:p>
      </dgm:t>
    </dgm:pt>
    <dgm:pt modelId="{0A563E63-B558-41BC-B64B-F72E9693FCD7}">
      <dgm:prSet/>
      <dgm:spPr/>
      <dgm:t>
        <a:bodyPr/>
        <a:lstStyle/>
        <a:p>
          <a:r>
            <a:rPr lang="en-US"/>
            <a:t>AVG() </a:t>
          </a:r>
        </a:p>
      </dgm:t>
    </dgm:pt>
    <dgm:pt modelId="{7A7241D5-E1BC-4DA3-9C49-C758509CED59}" type="parTrans" cxnId="{CE893FE1-1D81-4887-949B-B9ADBFD29F7C}">
      <dgm:prSet/>
      <dgm:spPr/>
      <dgm:t>
        <a:bodyPr/>
        <a:lstStyle/>
        <a:p>
          <a:endParaRPr lang="en-US"/>
        </a:p>
      </dgm:t>
    </dgm:pt>
    <dgm:pt modelId="{9AC39287-4A88-417D-9D23-9126FB676B2D}" type="sibTrans" cxnId="{CE893FE1-1D81-4887-949B-B9ADBFD29F7C}">
      <dgm:prSet/>
      <dgm:spPr/>
      <dgm:t>
        <a:bodyPr/>
        <a:lstStyle/>
        <a:p>
          <a:endParaRPr lang="en-US"/>
        </a:p>
      </dgm:t>
    </dgm:pt>
    <dgm:pt modelId="{200E7157-39DE-44A1-BD44-CB720110CD28}">
      <dgm:prSet/>
      <dgm:spPr/>
      <dgm:t>
        <a:bodyPr/>
        <a:lstStyle/>
        <a:p>
          <a:r>
            <a:rPr lang="en-US"/>
            <a:t>HAVING </a:t>
          </a:r>
        </a:p>
      </dgm:t>
    </dgm:pt>
    <dgm:pt modelId="{AAE7D26C-FEDC-4255-9C60-C15CB8EACAC6}" type="parTrans" cxnId="{525ECCDB-0FF4-4C29-B7BF-C12767AB2B5B}">
      <dgm:prSet/>
      <dgm:spPr/>
      <dgm:t>
        <a:bodyPr/>
        <a:lstStyle/>
        <a:p>
          <a:endParaRPr lang="en-US"/>
        </a:p>
      </dgm:t>
    </dgm:pt>
    <dgm:pt modelId="{064BA374-F4AE-4E05-9E16-CE78DC50E81A}" type="sibTrans" cxnId="{525ECCDB-0FF4-4C29-B7BF-C12767AB2B5B}">
      <dgm:prSet/>
      <dgm:spPr/>
      <dgm:t>
        <a:bodyPr/>
        <a:lstStyle/>
        <a:p>
          <a:endParaRPr lang="en-US"/>
        </a:p>
      </dgm:t>
    </dgm:pt>
    <dgm:pt modelId="{AD803003-DEFA-401A-9622-8A523979E6FF}">
      <dgm:prSet/>
      <dgm:spPr/>
      <dgm:t>
        <a:bodyPr/>
        <a:lstStyle/>
        <a:p>
          <a:r>
            <a:rPr lang="en-US"/>
            <a:t>ORDER BY </a:t>
          </a:r>
        </a:p>
      </dgm:t>
    </dgm:pt>
    <dgm:pt modelId="{76954C06-79D2-4CEB-83DE-7B5718F3B926}" type="parTrans" cxnId="{1715BEB7-1784-4A0A-8183-B05E34057C92}">
      <dgm:prSet/>
      <dgm:spPr/>
      <dgm:t>
        <a:bodyPr/>
        <a:lstStyle/>
        <a:p>
          <a:endParaRPr lang="en-US"/>
        </a:p>
      </dgm:t>
    </dgm:pt>
    <dgm:pt modelId="{C0426429-5CD8-414B-9232-7C60C15B6FD7}" type="sibTrans" cxnId="{1715BEB7-1784-4A0A-8183-B05E34057C92}">
      <dgm:prSet/>
      <dgm:spPr/>
      <dgm:t>
        <a:bodyPr/>
        <a:lstStyle/>
        <a:p>
          <a:endParaRPr lang="en-US"/>
        </a:p>
      </dgm:t>
    </dgm:pt>
    <dgm:pt modelId="{2566A4DE-BB3F-4D3C-A954-2EB493DDF8FA}">
      <dgm:prSet/>
      <dgm:spPr/>
      <dgm:t>
        <a:bodyPr/>
        <a:lstStyle/>
        <a:p>
          <a:r>
            <a:rPr lang="en-US"/>
            <a:t>LIMIT </a:t>
          </a:r>
        </a:p>
      </dgm:t>
    </dgm:pt>
    <dgm:pt modelId="{14C36060-EF37-4D2F-B53A-52493D23796F}" type="parTrans" cxnId="{27739C10-EB2E-4444-A8D9-A31000C35365}">
      <dgm:prSet/>
      <dgm:spPr/>
      <dgm:t>
        <a:bodyPr/>
        <a:lstStyle/>
        <a:p>
          <a:endParaRPr lang="en-US"/>
        </a:p>
      </dgm:t>
    </dgm:pt>
    <dgm:pt modelId="{97B20858-A088-4FAE-9226-426D19886C61}" type="sibTrans" cxnId="{27739C10-EB2E-4444-A8D9-A31000C35365}">
      <dgm:prSet/>
      <dgm:spPr/>
      <dgm:t>
        <a:bodyPr/>
        <a:lstStyle/>
        <a:p>
          <a:endParaRPr lang="en-US"/>
        </a:p>
      </dgm:t>
    </dgm:pt>
    <dgm:pt modelId="{97133211-F0CC-4EEE-8068-8A8DFF8273B7}">
      <dgm:prSet/>
      <dgm:spPr/>
      <dgm:t>
        <a:bodyPr/>
        <a:lstStyle/>
        <a:p>
          <a:r>
            <a:rPr lang="en-US" b="1"/>
            <a:t>Skills Developed</a:t>
          </a:r>
          <a:endParaRPr lang="en-US"/>
        </a:p>
      </dgm:t>
    </dgm:pt>
    <dgm:pt modelId="{9972D1DD-7E67-49DE-8838-A1D1BCB9A15A}" type="parTrans" cxnId="{DC89E205-9CA1-4E04-A797-42EC430479B8}">
      <dgm:prSet/>
      <dgm:spPr/>
      <dgm:t>
        <a:bodyPr/>
        <a:lstStyle/>
        <a:p>
          <a:endParaRPr lang="en-US"/>
        </a:p>
      </dgm:t>
    </dgm:pt>
    <dgm:pt modelId="{91F9B263-3194-4B85-8209-EF54B061975A}" type="sibTrans" cxnId="{DC89E205-9CA1-4E04-A797-42EC430479B8}">
      <dgm:prSet/>
      <dgm:spPr/>
      <dgm:t>
        <a:bodyPr/>
        <a:lstStyle/>
        <a:p>
          <a:endParaRPr lang="en-US"/>
        </a:p>
      </dgm:t>
    </dgm:pt>
    <dgm:pt modelId="{A7E21B11-FFB0-4A8F-BE8B-DAA271E8F7A6}">
      <dgm:prSet/>
      <dgm:spPr/>
      <dgm:t>
        <a:bodyPr/>
        <a:lstStyle/>
        <a:p>
          <a:r>
            <a:rPr lang="en-US"/>
            <a:t>Data retrieval </a:t>
          </a:r>
        </a:p>
      </dgm:t>
    </dgm:pt>
    <dgm:pt modelId="{9814878A-9CCF-45B8-91F1-C2895696F99F}" type="parTrans" cxnId="{EB60078F-F83F-4BBC-BB96-351EF59D8535}">
      <dgm:prSet/>
      <dgm:spPr/>
      <dgm:t>
        <a:bodyPr/>
        <a:lstStyle/>
        <a:p>
          <a:endParaRPr lang="en-US"/>
        </a:p>
      </dgm:t>
    </dgm:pt>
    <dgm:pt modelId="{4B1D140C-1DD5-4D6B-92BF-17D1F2075297}" type="sibTrans" cxnId="{EB60078F-F83F-4BBC-BB96-351EF59D8535}">
      <dgm:prSet/>
      <dgm:spPr/>
      <dgm:t>
        <a:bodyPr/>
        <a:lstStyle/>
        <a:p>
          <a:endParaRPr lang="en-US"/>
        </a:p>
      </dgm:t>
    </dgm:pt>
    <dgm:pt modelId="{A80B209D-4477-4DB5-9F48-AF1C752D5A94}">
      <dgm:prSet/>
      <dgm:spPr/>
      <dgm:t>
        <a:bodyPr/>
        <a:lstStyle/>
        <a:p>
          <a:r>
            <a:rPr lang="en-US"/>
            <a:t>Data aggregation </a:t>
          </a:r>
        </a:p>
      </dgm:t>
    </dgm:pt>
    <dgm:pt modelId="{9674DBE6-FFB8-47E2-BC89-F6E2542FED43}" type="parTrans" cxnId="{6DB75F6A-1988-47A4-9CF1-D67AB3A04EDC}">
      <dgm:prSet/>
      <dgm:spPr/>
      <dgm:t>
        <a:bodyPr/>
        <a:lstStyle/>
        <a:p>
          <a:endParaRPr lang="en-US"/>
        </a:p>
      </dgm:t>
    </dgm:pt>
    <dgm:pt modelId="{F56F4188-1FA6-486B-99A7-ACC63AF13822}" type="sibTrans" cxnId="{6DB75F6A-1988-47A4-9CF1-D67AB3A04EDC}">
      <dgm:prSet/>
      <dgm:spPr/>
      <dgm:t>
        <a:bodyPr/>
        <a:lstStyle/>
        <a:p>
          <a:endParaRPr lang="en-US"/>
        </a:p>
      </dgm:t>
    </dgm:pt>
    <dgm:pt modelId="{8E45ED81-5337-477F-9288-BEB12BA53BBE}">
      <dgm:prSet/>
      <dgm:spPr/>
      <dgm:t>
        <a:bodyPr/>
        <a:lstStyle/>
        <a:p>
          <a:r>
            <a:rPr lang="en-US"/>
            <a:t>Table relationships </a:t>
          </a:r>
        </a:p>
      </dgm:t>
    </dgm:pt>
    <dgm:pt modelId="{9678FA90-6EB8-411E-BC97-1AF9EA970017}" type="parTrans" cxnId="{5C9C40B1-352B-4A77-95DC-EAD52336F5E4}">
      <dgm:prSet/>
      <dgm:spPr/>
      <dgm:t>
        <a:bodyPr/>
        <a:lstStyle/>
        <a:p>
          <a:endParaRPr lang="en-US"/>
        </a:p>
      </dgm:t>
    </dgm:pt>
    <dgm:pt modelId="{C60DE450-C9FD-45CD-AA3B-FFC624E3E614}" type="sibTrans" cxnId="{5C9C40B1-352B-4A77-95DC-EAD52336F5E4}">
      <dgm:prSet/>
      <dgm:spPr/>
      <dgm:t>
        <a:bodyPr/>
        <a:lstStyle/>
        <a:p>
          <a:endParaRPr lang="en-US"/>
        </a:p>
      </dgm:t>
    </dgm:pt>
    <dgm:pt modelId="{29DAB931-81BB-4859-8157-CB4043121C2B}">
      <dgm:prSet/>
      <dgm:spPr/>
      <dgm:t>
        <a:bodyPr/>
        <a:lstStyle/>
        <a:p>
          <a:r>
            <a:rPr lang="en-US"/>
            <a:t>Business analysis </a:t>
          </a:r>
        </a:p>
      </dgm:t>
    </dgm:pt>
    <dgm:pt modelId="{3E0EDBDA-8DE2-49E6-BF64-9A5422964F9E}" type="parTrans" cxnId="{3581F686-8F68-454B-956E-F1BB82B652F9}">
      <dgm:prSet/>
      <dgm:spPr/>
      <dgm:t>
        <a:bodyPr/>
        <a:lstStyle/>
        <a:p>
          <a:endParaRPr lang="en-US"/>
        </a:p>
      </dgm:t>
    </dgm:pt>
    <dgm:pt modelId="{0B5ED043-B9D6-4598-9375-CC83E4B43C5D}" type="sibTrans" cxnId="{3581F686-8F68-454B-956E-F1BB82B652F9}">
      <dgm:prSet/>
      <dgm:spPr/>
      <dgm:t>
        <a:bodyPr/>
        <a:lstStyle/>
        <a:p>
          <a:endParaRPr lang="en-US"/>
        </a:p>
      </dgm:t>
    </dgm:pt>
    <dgm:pt modelId="{C26A0611-85B5-45D9-AA65-46EE2628CE3A}">
      <dgm:prSet/>
      <dgm:spPr/>
      <dgm:t>
        <a:bodyPr/>
        <a:lstStyle/>
        <a:p>
          <a:r>
            <a:rPr lang="en-US"/>
            <a:t>Public health reporting</a:t>
          </a:r>
        </a:p>
      </dgm:t>
    </dgm:pt>
    <dgm:pt modelId="{558D1E1C-D599-46F0-8746-3844327F0B21}" type="parTrans" cxnId="{1D70C7F0-687D-45C5-B7CD-7BA880B60775}">
      <dgm:prSet/>
      <dgm:spPr/>
      <dgm:t>
        <a:bodyPr/>
        <a:lstStyle/>
        <a:p>
          <a:endParaRPr lang="en-US"/>
        </a:p>
      </dgm:t>
    </dgm:pt>
    <dgm:pt modelId="{6040D299-FFD7-48F6-B98E-F54DE493ED75}" type="sibTrans" cxnId="{1D70C7F0-687D-45C5-B7CD-7BA880B60775}">
      <dgm:prSet/>
      <dgm:spPr/>
      <dgm:t>
        <a:bodyPr/>
        <a:lstStyle/>
        <a:p>
          <a:endParaRPr lang="en-US"/>
        </a:p>
      </dgm:t>
    </dgm:pt>
    <dgm:pt modelId="{A11ADE4A-4931-4D40-81EB-C75EE0ACCE1A}" type="pres">
      <dgm:prSet presAssocID="{CBA7FD2E-1B52-4CE8-ABAE-B631E2FF8B1C}" presName="Name0" presStyleCnt="0">
        <dgm:presLayoutVars>
          <dgm:dir/>
          <dgm:resizeHandles val="exact"/>
        </dgm:presLayoutVars>
      </dgm:prSet>
      <dgm:spPr/>
    </dgm:pt>
    <dgm:pt modelId="{8A2E1BD6-0D8D-4F7A-B52A-24D2175AEBB1}" type="pres">
      <dgm:prSet presAssocID="{67C260C0-1C14-4F2E-823B-F707536047E5}" presName="node" presStyleLbl="node1" presStyleIdx="0" presStyleCnt="16">
        <dgm:presLayoutVars>
          <dgm:bulletEnabled val="1"/>
        </dgm:presLayoutVars>
      </dgm:prSet>
      <dgm:spPr/>
    </dgm:pt>
    <dgm:pt modelId="{8B5CD35D-5208-4E3E-A789-F9F7E51D6FB3}" type="pres">
      <dgm:prSet presAssocID="{C6F759F0-31A1-4348-A08F-957EED92C642}" presName="sibTrans" presStyleLbl="sibTrans1D1" presStyleIdx="0" presStyleCnt="15"/>
      <dgm:spPr/>
    </dgm:pt>
    <dgm:pt modelId="{98433855-FD06-4C20-B1B0-B8F350ECAD7F}" type="pres">
      <dgm:prSet presAssocID="{C6F759F0-31A1-4348-A08F-957EED92C642}" presName="connectorText" presStyleLbl="sibTrans1D1" presStyleIdx="0" presStyleCnt="15"/>
      <dgm:spPr/>
    </dgm:pt>
    <dgm:pt modelId="{256EC753-4308-4D5D-AD11-801B0AF71232}" type="pres">
      <dgm:prSet presAssocID="{644AECB8-C6B0-4C1D-AA3F-8A323C161CF9}" presName="node" presStyleLbl="node1" presStyleIdx="1" presStyleCnt="16">
        <dgm:presLayoutVars>
          <dgm:bulletEnabled val="1"/>
        </dgm:presLayoutVars>
      </dgm:prSet>
      <dgm:spPr/>
    </dgm:pt>
    <dgm:pt modelId="{0ABCC490-657A-465B-960D-53137DA31B3E}" type="pres">
      <dgm:prSet presAssocID="{2774C51B-1876-40A1-BDBB-3629FCF0CAE4}" presName="sibTrans" presStyleLbl="sibTrans1D1" presStyleIdx="1" presStyleCnt="15"/>
      <dgm:spPr/>
    </dgm:pt>
    <dgm:pt modelId="{3591B7BB-D040-442F-9258-20367E4594B4}" type="pres">
      <dgm:prSet presAssocID="{2774C51B-1876-40A1-BDBB-3629FCF0CAE4}" presName="connectorText" presStyleLbl="sibTrans1D1" presStyleIdx="1" presStyleCnt="15"/>
      <dgm:spPr/>
    </dgm:pt>
    <dgm:pt modelId="{E8FE2846-2F0E-4E88-8477-DCC23D730422}" type="pres">
      <dgm:prSet presAssocID="{E6DD6D3F-ECAF-4D2A-913F-6C87C22535D2}" presName="node" presStyleLbl="node1" presStyleIdx="2" presStyleCnt="16">
        <dgm:presLayoutVars>
          <dgm:bulletEnabled val="1"/>
        </dgm:presLayoutVars>
      </dgm:prSet>
      <dgm:spPr/>
    </dgm:pt>
    <dgm:pt modelId="{2FAFF0E4-8433-4EDB-AA92-413BABE1B142}" type="pres">
      <dgm:prSet presAssocID="{511E937C-8E95-4DAB-B00A-9B2198A5E75E}" presName="sibTrans" presStyleLbl="sibTrans1D1" presStyleIdx="2" presStyleCnt="15"/>
      <dgm:spPr/>
    </dgm:pt>
    <dgm:pt modelId="{EA0B39AB-9BE9-479F-9764-D2282975A15B}" type="pres">
      <dgm:prSet presAssocID="{511E937C-8E95-4DAB-B00A-9B2198A5E75E}" presName="connectorText" presStyleLbl="sibTrans1D1" presStyleIdx="2" presStyleCnt="15"/>
      <dgm:spPr/>
    </dgm:pt>
    <dgm:pt modelId="{7E5A7098-658F-4ACF-B23A-358BB962BC33}" type="pres">
      <dgm:prSet presAssocID="{4E754601-3194-43B0-AF22-24D9D07C42FE}" presName="node" presStyleLbl="node1" presStyleIdx="3" presStyleCnt="16">
        <dgm:presLayoutVars>
          <dgm:bulletEnabled val="1"/>
        </dgm:presLayoutVars>
      </dgm:prSet>
      <dgm:spPr/>
    </dgm:pt>
    <dgm:pt modelId="{B52188FD-0936-4007-9F8F-65DCDD951FB5}" type="pres">
      <dgm:prSet presAssocID="{AB7EFA0A-DB14-41E1-BF19-29D866CC20A7}" presName="sibTrans" presStyleLbl="sibTrans1D1" presStyleIdx="3" presStyleCnt="15"/>
      <dgm:spPr/>
    </dgm:pt>
    <dgm:pt modelId="{BB5A8403-4F27-4351-969E-9C1C27A7E151}" type="pres">
      <dgm:prSet presAssocID="{AB7EFA0A-DB14-41E1-BF19-29D866CC20A7}" presName="connectorText" presStyleLbl="sibTrans1D1" presStyleIdx="3" presStyleCnt="15"/>
      <dgm:spPr/>
    </dgm:pt>
    <dgm:pt modelId="{86D97586-87BB-4253-96FE-95A36E8091DB}" type="pres">
      <dgm:prSet presAssocID="{42B1C120-5C1C-4896-BED9-608BF480DA1F}" presName="node" presStyleLbl="node1" presStyleIdx="4" presStyleCnt="16">
        <dgm:presLayoutVars>
          <dgm:bulletEnabled val="1"/>
        </dgm:presLayoutVars>
      </dgm:prSet>
      <dgm:spPr/>
    </dgm:pt>
    <dgm:pt modelId="{94F44C3F-C159-412F-87CD-B7AA349104C8}" type="pres">
      <dgm:prSet presAssocID="{71DF64B3-F003-4A19-9AA6-98C8DFD76DAA}" presName="sibTrans" presStyleLbl="sibTrans1D1" presStyleIdx="4" presStyleCnt="15"/>
      <dgm:spPr/>
    </dgm:pt>
    <dgm:pt modelId="{0A5CB2CA-7307-4C14-80AF-9B2D9F8A95E4}" type="pres">
      <dgm:prSet presAssocID="{71DF64B3-F003-4A19-9AA6-98C8DFD76DAA}" presName="connectorText" presStyleLbl="sibTrans1D1" presStyleIdx="4" presStyleCnt="15"/>
      <dgm:spPr/>
    </dgm:pt>
    <dgm:pt modelId="{CCE77F88-D494-47F2-A124-027D93467C90}" type="pres">
      <dgm:prSet presAssocID="{50C5BF64-EFB6-498D-B1FA-FF94F8EB3B07}" presName="node" presStyleLbl="node1" presStyleIdx="5" presStyleCnt="16">
        <dgm:presLayoutVars>
          <dgm:bulletEnabled val="1"/>
        </dgm:presLayoutVars>
      </dgm:prSet>
      <dgm:spPr/>
    </dgm:pt>
    <dgm:pt modelId="{ACA41784-4078-445D-83C4-BB39F661AC45}" type="pres">
      <dgm:prSet presAssocID="{0522BF7F-A4D6-455B-A440-449EBFCD60A0}" presName="sibTrans" presStyleLbl="sibTrans1D1" presStyleIdx="5" presStyleCnt="15"/>
      <dgm:spPr/>
    </dgm:pt>
    <dgm:pt modelId="{1958F0FD-3EC3-426B-AE2F-4772FA0E085D}" type="pres">
      <dgm:prSet presAssocID="{0522BF7F-A4D6-455B-A440-449EBFCD60A0}" presName="connectorText" presStyleLbl="sibTrans1D1" presStyleIdx="5" presStyleCnt="15"/>
      <dgm:spPr/>
    </dgm:pt>
    <dgm:pt modelId="{F03AB4F7-82DD-483F-A2F4-6CFAA60C6A1F}" type="pres">
      <dgm:prSet presAssocID="{0A563E63-B558-41BC-B64B-F72E9693FCD7}" presName="node" presStyleLbl="node1" presStyleIdx="6" presStyleCnt="16">
        <dgm:presLayoutVars>
          <dgm:bulletEnabled val="1"/>
        </dgm:presLayoutVars>
      </dgm:prSet>
      <dgm:spPr/>
    </dgm:pt>
    <dgm:pt modelId="{C79825B4-8E7F-483E-A280-91A3CC18FF1D}" type="pres">
      <dgm:prSet presAssocID="{9AC39287-4A88-417D-9D23-9126FB676B2D}" presName="sibTrans" presStyleLbl="sibTrans1D1" presStyleIdx="6" presStyleCnt="15"/>
      <dgm:spPr/>
    </dgm:pt>
    <dgm:pt modelId="{E60C0999-EC9E-4224-ACEB-C2C2D87CCC5F}" type="pres">
      <dgm:prSet presAssocID="{9AC39287-4A88-417D-9D23-9126FB676B2D}" presName="connectorText" presStyleLbl="sibTrans1D1" presStyleIdx="6" presStyleCnt="15"/>
      <dgm:spPr/>
    </dgm:pt>
    <dgm:pt modelId="{BABE0E74-0021-426C-9C79-BD90FB16E7B6}" type="pres">
      <dgm:prSet presAssocID="{200E7157-39DE-44A1-BD44-CB720110CD28}" presName="node" presStyleLbl="node1" presStyleIdx="7" presStyleCnt="16">
        <dgm:presLayoutVars>
          <dgm:bulletEnabled val="1"/>
        </dgm:presLayoutVars>
      </dgm:prSet>
      <dgm:spPr/>
    </dgm:pt>
    <dgm:pt modelId="{199BB7B7-0DED-43D3-910D-75545CD64536}" type="pres">
      <dgm:prSet presAssocID="{064BA374-F4AE-4E05-9E16-CE78DC50E81A}" presName="sibTrans" presStyleLbl="sibTrans1D1" presStyleIdx="7" presStyleCnt="15"/>
      <dgm:spPr/>
    </dgm:pt>
    <dgm:pt modelId="{0E1FBEBC-A919-473B-9189-F326C63E89E7}" type="pres">
      <dgm:prSet presAssocID="{064BA374-F4AE-4E05-9E16-CE78DC50E81A}" presName="connectorText" presStyleLbl="sibTrans1D1" presStyleIdx="7" presStyleCnt="15"/>
      <dgm:spPr/>
    </dgm:pt>
    <dgm:pt modelId="{F59FEA8A-2FA3-4793-A2F0-83478C273683}" type="pres">
      <dgm:prSet presAssocID="{AD803003-DEFA-401A-9622-8A523979E6FF}" presName="node" presStyleLbl="node1" presStyleIdx="8" presStyleCnt="16">
        <dgm:presLayoutVars>
          <dgm:bulletEnabled val="1"/>
        </dgm:presLayoutVars>
      </dgm:prSet>
      <dgm:spPr/>
    </dgm:pt>
    <dgm:pt modelId="{2FCD9B25-B1FF-4698-B08C-7899F0BC3329}" type="pres">
      <dgm:prSet presAssocID="{C0426429-5CD8-414B-9232-7C60C15B6FD7}" presName="sibTrans" presStyleLbl="sibTrans1D1" presStyleIdx="8" presStyleCnt="15"/>
      <dgm:spPr/>
    </dgm:pt>
    <dgm:pt modelId="{C6FC3D5E-B281-457D-A23C-AA8A7802D912}" type="pres">
      <dgm:prSet presAssocID="{C0426429-5CD8-414B-9232-7C60C15B6FD7}" presName="connectorText" presStyleLbl="sibTrans1D1" presStyleIdx="8" presStyleCnt="15"/>
      <dgm:spPr/>
    </dgm:pt>
    <dgm:pt modelId="{A70FD173-FBC8-40AC-BD1C-6007045F67E5}" type="pres">
      <dgm:prSet presAssocID="{2566A4DE-BB3F-4D3C-A954-2EB493DDF8FA}" presName="node" presStyleLbl="node1" presStyleIdx="9" presStyleCnt="16">
        <dgm:presLayoutVars>
          <dgm:bulletEnabled val="1"/>
        </dgm:presLayoutVars>
      </dgm:prSet>
      <dgm:spPr/>
    </dgm:pt>
    <dgm:pt modelId="{FF775011-827F-46C1-9B6D-DE455CEEF662}" type="pres">
      <dgm:prSet presAssocID="{97B20858-A088-4FAE-9226-426D19886C61}" presName="sibTrans" presStyleLbl="sibTrans1D1" presStyleIdx="9" presStyleCnt="15"/>
      <dgm:spPr/>
    </dgm:pt>
    <dgm:pt modelId="{D3E99F2D-5F79-4CF4-8ACF-F16F44FF7BDB}" type="pres">
      <dgm:prSet presAssocID="{97B20858-A088-4FAE-9226-426D19886C61}" presName="connectorText" presStyleLbl="sibTrans1D1" presStyleIdx="9" presStyleCnt="15"/>
      <dgm:spPr/>
    </dgm:pt>
    <dgm:pt modelId="{1A7EE04F-5B21-4528-8D31-618F28FCD86D}" type="pres">
      <dgm:prSet presAssocID="{97133211-F0CC-4EEE-8068-8A8DFF8273B7}" presName="node" presStyleLbl="node1" presStyleIdx="10" presStyleCnt="16">
        <dgm:presLayoutVars>
          <dgm:bulletEnabled val="1"/>
        </dgm:presLayoutVars>
      </dgm:prSet>
      <dgm:spPr/>
    </dgm:pt>
    <dgm:pt modelId="{96F1ED23-F99F-4370-A324-B4E83428373B}" type="pres">
      <dgm:prSet presAssocID="{91F9B263-3194-4B85-8209-EF54B061975A}" presName="sibTrans" presStyleLbl="sibTrans1D1" presStyleIdx="10" presStyleCnt="15"/>
      <dgm:spPr/>
    </dgm:pt>
    <dgm:pt modelId="{751F32C0-8B46-4DA0-B55C-92C1850340BD}" type="pres">
      <dgm:prSet presAssocID="{91F9B263-3194-4B85-8209-EF54B061975A}" presName="connectorText" presStyleLbl="sibTrans1D1" presStyleIdx="10" presStyleCnt="15"/>
      <dgm:spPr/>
    </dgm:pt>
    <dgm:pt modelId="{F25CD2E5-5DF0-45E7-A83D-5B7BFDD914B9}" type="pres">
      <dgm:prSet presAssocID="{A7E21B11-FFB0-4A8F-BE8B-DAA271E8F7A6}" presName="node" presStyleLbl="node1" presStyleIdx="11" presStyleCnt="16">
        <dgm:presLayoutVars>
          <dgm:bulletEnabled val="1"/>
        </dgm:presLayoutVars>
      </dgm:prSet>
      <dgm:spPr/>
    </dgm:pt>
    <dgm:pt modelId="{58F1D11E-E9BB-4FE4-B455-7D4A7F0F67A7}" type="pres">
      <dgm:prSet presAssocID="{4B1D140C-1DD5-4D6B-92BF-17D1F2075297}" presName="sibTrans" presStyleLbl="sibTrans1D1" presStyleIdx="11" presStyleCnt="15"/>
      <dgm:spPr/>
    </dgm:pt>
    <dgm:pt modelId="{2FE5518A-2CFE-4584-8821-B2EAFD3F6520}" type="pres">
      <dgm:prSet presAssocID="{4B1D140C-1DD5-4D6B-92BF-17D1F2075297}" presName="connectorText" presStyleLbl="sibTrans1D1" presStyleIdx="11" presStyleCnt="15"/>
      <dgm:spPr/>
    </dgm:pt>
    <dgm:pt modelId="{75041486-B9B3-46AF-8880-57207C024A86}" type="pres">
      <dgm:prSet presAssocID="{A80B209D-4477-4DB5-9F48-AF1C752D5A94}" presName="node" presStyleLbl="node1" presStyleIdx="12" presStyleCnt="16">
        <dgm:presLayoutVars>
          <dgm:bulletEnabled val="1"/>
        </dgm:presLayoutVars>
      </dgm:prSet>
      <dgm:spPr/>
    </dgm:pt>
    <dgm:pt modelId="{4806847B-65DC-4F54-993D-F4A3396B086D}" type="pres">
      <dgm:prSet presAssocID="{F56F4188-1FA6-486B-99A7-ACC63AF13822}" presName="sibTrans" presStyleLbl="sibTrans1D1" presStyleIdx="12" presStyleCnt="15"/>
      <dgm:spPr/>
    </dgm:pt>
    <dgm:pt modelId="{8C6F5E5B-5CF3-46FE-8077-D5A331E52785}" type="pres">
      <dgm:prSet presAssocID="{F56F4188-1FA6-486B-99A7-ACC63AF13822}" presName="connectorText" presStyleLbl="sibTrans1D1" presStyleIdx="12" presStyleCnt="15"/>
      <dgm:spPr/>
    </dgm:pt>
    <dgm:pt modelId="{3AC13347-CF8E-4CAF-B92F-6BB3CB8AB690}" type="pres">
      <dgm:prSet presAssocID="{8E45ED81-5337-477F-9288-BEB12BA53BBE}" presName="node" presStyleLbl="node1" presStyleIdx="13" presStyleCnt="16">
        <dgm:presLayoutVars>
          <dgm:bulletEnabled val="1"/>
        </dgm:presLayoutVars>
      </dgm:prSet>
      <dgm:spPr/>
    </dgm:pt>
    <dgm:pt modelId="{4798E0D1-7E40-420A-89B9-9F9E89D9B711}" type="pres">
      <dgm:prSet presAssocID="{C60DE450-C9FD-45CD-AA3B-FFC624E3E614}" presName="sibTrans" presStyleLbl="sibTrans1D1" presStyleIdx="13" presStyleCnt="15"/>
      <dgm:spPr/>
    </dgm:pt>
    <dgm:pt modelId="{FE48C03B-72C7-406E-9FE6-A689A9627D65}" type="pres">
      <dgm:prSet presAssocID="{C60DE450-C9FD-45CD-AA3B-FFC624E3E614}" presName="connectorText" presStyleLbl="sibTrans1D1" presStyleIdx="13" presStyleCnt="15"/>
      <dgm:spPr/>
    </dgm:pt>
    <dgm:pt modelId="{9D331971-6B31-4A1D-8E7F-3D216C739F6F}" type="pres">
      <dgm:prSet presAssocID="{29DAB931-81BB-4859-8157-CB4043121C2B}" presName="node" presStyleLbl="node1" presStyleIdx="14" presStyleCnt="16">
        <dgm:presLayoutVars>
          <dgm:bulletEnabled val="1"/>
        </dgm:presLayoutVars>
      </dgm:prSet>
      <dgm:spPr/>
    </dgm:pt>
    <dgm:pt modelId="{6DD7F76E-CE96-482F-A1C0-AAC1D422A7F0}" type="pres">
      <dgm:prSet presAssocID="{0B5ED043-B9D6-4598-9375-CC83E4B43C5D}" presName="sibTrans" presStyleLbl="sibTrans1D1" presStyleIdx="14" presStyleCnt="15"/>
      <dgm:spPr/>
    </dgm:pt>
    <dgm:pt modelId="{0905D52B-5FD5-441B-B4C2-29EF62715438}" type="pres">
      <dgm:prSet presAssocID="{0B5ED043-B9D6-4598-9375-CC83E4B43C5D}" presName="connectorText" presStyleLbl="sibTrans1D1" presStyleIdx="14" presStyleCnt="15"/>
      <dgm:spPr/>
    </dgm:pt>
    <dgm:pt modelId="{39DD1212-FED6-49E5-B2B4-FF973BAF5ABB}" type="pres">
      <dgm:prSet presAssocID="{C26A0611-85B5-45D9-AA65-46EE2628CE3A}" presName="node" presStyleLbl="node1" presStyleIdx="15" presStyleCnt="16">
        <dgm:presLayoutVars>
          <dgm:bulletEnabled val="1"/>
        </dgm:presLayoutVars>
      </dgm:prSet>
      <dgm:spPr/>
    </dgm:pt>
  </dgm:ptLst>
  <dgm:cxnLst>
    <dgm:cxn modelId="{DC89E205-9CA1-4E04-A797-42EC430479B8}" srcId="{CBA7FD2E-1B52-4CE8-ABAE-B631E2FF8B1C}" destId="{97133211-F0CC-4EEE-8068-8A8DFF8273B7}" srcOrd="10" destOrd="0" parTransId="{9972D1DD-7E67-49DE-8838-A1D1BCB9A15A}" sibTransId="{91F9B263-3194-4B85-8209-EF54B061975A}"/>
    <dgm:cxn modelId="{C828C807-B6DB-402C-B694-219C2E655CEC}" type="presOf" srcId="{4B1D140C-1DD5-4D6B-92BF-17D1F2075297}" destId="{2FE5518A-2CFE-4584-8821-B2EAFD3F6520}" srcOrd="1" destOrd="0" presId="urn:microsoft.com/office/officeart/2016/7/layout/RepeatingBendingProcessNew"/>
    <dgm:cxn modelId="{F20F050B-87F0-4AF2-9C21-5D56046C2B16}" type="presOf" srcId="{C26A0611-85B5-45D9-AA65-46EE2628CE3A}" destId="{39DD1212-FED6-49E5-B2B4-FF973BAF5ABB}" srcOrd="0" destOrd="0" presId="urn:microsoft.com/office/officeart/2016/7/layout/RepeatingBendingProcessNew"/>
    <dgm:cxn modelId="{27739C10-EB2E-4444-A8D9-A31000C35365}" srcId="{CBA7FD2E-1B52-4CE8-ABAE-B631E2FF8B1C}" destId="{2566A4DE-BB3F-4D3C-A954-2EB493DDF8FA}" srcOrd="9" destOrd="0" parTransId="{14C36060-EF37-4D2F-B53A-52493D23796F}" sibTransId="{97B20858-A088-4FAE-9226-426D19886C61}"/>
    <dgm:cxn modelId="{D3E2E814-47FD-4955-A722-44D931FB3B99}" srcId="{CBA7FD2E-1B52-4CE8-ABAE-B631E2FF8B1C}" destId="{4E754601-3194-43B0-AF22-24D9D07C42FE}" srcOrd="3" destOrd="0" parTransId="{086B2EF5-AA3C-4347-BD19-78F1BB0AA011}" sibTransId="{AB7EFA0A-DB14-41E1-BF19-29D866CC20A7}"/>
    <dgm:cxn modelId="{9E930116-B3B8-462A-B2F1-0AB5E3331254}" type="presOf" srcId="{2774C51B-1876-40A1-BDBB-3629FCF0CAE4}" destId="{3591B7BB-D040-442F-9258-20367E4594B4}" srcOrd="1" destOrd="0" presId="urn:microsoft.com/office/officeart/2016/7/layout/RepeatingBendingProcessNew"/>
    <dgm:cxn modelId="{645FEE1A-E14A-45E7-AD3B-E1409BEBD2AE}" type="presOf" srcId="{E6DD6D3F-ECAF-4D2A-913F-6C87C22535D2}" destId="{E8FE2846-2F0E-4E88-8477-DCC23D730422}" srcOrd="0" destOrd="0" presId="urn:microsoft.com/office/officeart/2016/7/layout/RepeatingBendingProcessNew"/>
    <dgm:cxn modelId="{ED5C3F1E-63BD-4992-B188-DCB6462F006F}" type="presOf" srcId="{F56F4188-1FA6-486B-99A7-ACC63AF13822}" destId="{8C6F5E5B-5CF3-46FE-8077-D5A331E52785}" srcOrd="1" destOrd="0" presId="urn:microsoft.com/office/officeart/2016/7/layout/RepeatingBendingProcessNew"/>
    <dgm:cxn modelId="{797DCC25-84B2-43D1-A1D7-98D70A89BC69}" type="presOf" srcId="{29DAB931-81BB-4859-8157-CB4043121C2B}" destId="{9D331971-6B31-4A1D-8E7F-3D216C739F6F}" srcOrd="0" destOrd="0" presId="urn:microsoft.com/office/officeart/2016/7/layout/RepeatingBendingProcessNew"/>
    <dgm:cxn modelId="{8705932A-0B86-41A5-9599-78E3A5864589}" type="presOf" srcId="{0522BF7F-A4D6-455B-A440-449EBFCD60A0}" destId="{1958F0FD-3EC3-426B-AE2F-4772FA0E085D}" srcOrd="1" destOrd="0" presId="urn:microsoft.com/office/officeart/2016/7/layout/RepeatingBendingProcessNew"/>
    <dgm:cxn modelId="{2F4A172B-02C4-4A4A-AED4-70A86BAF59CB}" srcId="{CBA7FD2E-1B52-4CE8-ABAE-B631E2FF8B1C}" destId="{50C5BF64-EFB6-498D-B1FA-FF94F8EB3B07}" srcOrd="5" destOrd="0" parTransId="{88762CE6-1497-42C9-B156-AAAF5E29A969}" sibTransId="{0522BF7F-A4D6-455B-A440-449EBFCD60A0}"/>
    <dgm:cxn modelId="{A0661631-1574-447F-B4C1-D95E8C39E5F2}" type="presOf" srcId="{2774C51B-1876-40A1-BDBB-3629FCF0CAE4}" destId="{0ABCC490-657A-465B-960D-53137DA31B3E}" srcOrd="0" destOrd="0" presId="urn:microsoft.com/office/officeart/2016/7/layout/RepeatingBendingProcessNew"/>
    <dgm:cxn modelId="{5783BC31-53E7-4256-8E0D-17538E7F77B9}" type="presOf" srcId="{0522BF7F-A4D6-455B-A440-449EBFCD60A0}" destId="{ACA41784-4078-445D-83C4-BB39F661AC45}" srcOrd="0" destOrd="0" presId="urn:microsoft.com/office/officeart/2016/7/layout/RepeatingBendingProcessNew"/>
    <dgm:cxn modelId="{CA22D331-2D57-410C-A19D-DDC899C58861}" type="presOf" srcId="{C60DE450-C9FD-45CD-AA3B-FFC624E3E614}" destId="{4798E0D1-7E40-420A-89B9-9F9E89D9B711}" srcOrd="0" destOrd="0" presId="urn:microsoft.com/office/officeart/2016/7/layout/RepeatingBendingProcessNew"/>
    <dgm:cxn modelId="{BBDA0339-AEE3-45A6-8B33-8EC547249B95}" type="presOf" srcId="{4B1D140C-1DD5-4D6B-92BF-17D1F2075297}" destId="{58F1D11E-E9BB-4FE4-B455-7D4A7F0F67A7}" srcOrd="0" destOrd="0" presId="urn:microsoft.com/office/officeart/2016/7/layout/RepeatingBendingProcessNew"/>
    <dgm:cxn modelId="{D3D31F5F-AF1B-493B-ADCC-CB0475E521D2}" type="presOf" srcId="{C6F759F0-31A1-4348-A08F-957EED92C642}" destId="{8B5CD35D-5208-4E3E-A789-F9F7E51D6FB3}" srcOrd="0" destOrd="0" presId="urn:microsoft.com/office/officeart/2016/7/layout/RepeatingBendingProcessNew"/>
    <dgm:cxn modelId="{B0AF9163-2CD6-4E1F-B174-43BD869D545E}" type="presOf" srcId="{42B1C120-5C1C-4896-BED9-608BF480DA1F}" destId="{86D97586-87BB-4253-96FE-95A36E8091DB}" srcOrd="0" destOrd="0" presId="urn:microsoft.com/office/officeart/2016/7/layout/RepeatingBendingProcessNew"/>
    <dgm:cxn modelId="{9433FB67-9515-4946-BD3A-144869B9AF3B}" srcId="{CBA7FD2E-1B52-4CE8-ABAE-B631E2FF8B1C}" destId="{E6DD6D3F-ECAF-4D2A-913F-6C87C22535D2}" srcOrd="2" destOrd="0" parTransId="{992467AD-51EB-4207-92C3-C20988D9B3F0}" sibTransId="{511E937C-8E95-4DAB-B00A-9B2198A5E75E}"/>
    <dgm:cxn modelId="{163C4249-5D8C-445C-A59A-BA45AA44382D}" srcId="{CBA7FD2E-1B52-4CE8-ABAE-B631E2FF8B1C}" destId="{644AECB8-C6B0-4C1D-AA3F-8A323C161CF9}" srcOrd="1" destOrd="0" parTransId="{B94ACB99-B27B-418B-876E-7516C175B3BA}" sibTransId="{2774C51B-1876-40A1-BDBB-3629FCF0CAE4}"/>
    <dgm:cxn modelId="{6DB75F6A-1988-47A4-9CF1-D67AB3A04EDC}" srcId="{CBA7FD2E-1B52-4CE8-ABAE-B631E2FF8B1C}" destId="{A80B209D-4477-4DB5-9F48-AF1C752D5A94}" srcOrd="12" destOrd="0" parTransId="{9674DBE6-FFB8-47E2-BC89-F6E2542FED43}" sibTransId="{F56F4188-1FA6-486B-99A7-ACC63AF13822}"/>
    <dgm:cxn modelId="{3A8BF86C-D148-410F-B7BC-1AF9C57ED2A6}" type="presOf" srcId="{200E7157-39DE-44A1-BD44-CB720110CD28}" destId="{BABE0E74-0021-426C-9C79-BD90FB16E7B6}" srcOrd="0" destOrd="0" presId="urn:microsoft.com/office/officeart/2016/7/layout/RepeatingBendingProcessNew"/>
    <dgm:cxn modelId="{3A7CC54E-6580-4732-A8A9-CF68A9C4A766}" type="presOf" srcId="{97B20858-A088-4FAE-9226-426D19886C61}" destId="{FF775011-827F-46C1-9B6D-DE455CEEF662}" srcOrd="0" destOrd="0" presId="urn:microsoft.com/office/officeart/2016/7/layout/RepeatingBendingProcessNew"/>
    <dgm:cxn modelId="{7BEDC24F-7A71-4AD0-8CAF-D7206A00915F}" type="presOf" srcId="{97B20858-A088-4FAE-9226-426D19886C61}" destId="{D3E99F2D-5F79-4CF4-8ACF-F16F44FF7BDB}" srcOrd="1" destOrd="0" presId="urn:microsoft.com/office/officeart/2016/7/layout/RepeatingBendingProcessNew"/>
    <dgm:cxn modelId="{C5CAA473-C766-4641-B331-F4591974D42C}" type="presOf" srcId="{F56F4188-1FA6-486B-99A7-ACC63AF13822}" destId="{4806847B-65DC-4F54-993D-F4A3396B086D}" srcOrd="0" destOrd="0" presId="urn:microsoft.com/office/officeart/2016/7/layout/RepeatingBendingProcessNew"/>
    <dgm:cxn modelId="{5DF02256-5D52-4F68-8CE8-F78E6F345FED}" type="presOf" srcId="{71DF64B3-F003-4A19-9AA6-98C8DFD76DAA}" destId="{94F44C3F-C159-412F-87CD-B7AA349104C8}" srcOrd="0" destOrd="0" presId="urn:microsoft.com/office/officeart/2016/7/layout/RepeatingBendingProcessNew"/>
    <dgm:cxn modelId="{9E1CEE56-A571-48ED-9156-1C4E32D1A4BC}" type="presOf" srcId="{0B5ED043-B9D6-4598-9375-CC83E4B43C5D}" destId="{6DD7F76E-CE96-482F-A1C0-AAC1D422A7F0}" srcOrd="0" destOrd="0" presId="urn:microsoft.com/office/officeart/2016/7/layout/RepeatingBendingProcessNew"/>
    <dgm:cxn modelId="{B06DF686-ADDF-4B64-9CB1-FAFBF1EF8C77}" type="presOf" srcId="{71DF64B3-F003-4A19-9AA6-98C8DFD76DAA}" destId="{0A5CB2CA-7307-4C14-80AF-9B2D9F8A95E4}" srcOrd="1" destOrd="0" presId="urn:microsoft.com/office/officeart/2016/7/layout/RepeatingBendingProcessNew"/>
    <dgm:cxn modelId="{3581F686-8F68-454B-956E-F1BB82B652F9}" srcId="{CBA7FD2E-1B52-4CE8-ABAE-B631E2FF8B1C}" destId="{29DAB931-81BB-4859-8157-CB4043121C2B}" srcOrd="14" destOrd="0" parTransId="{3E0EDBDA-8DE2-49E6-BF64-9A5422964F9E}" sibTransId="{0B5ED043-B9D6-4598-9375-CC83E4B43C5D}"/>
    <dgm:cxn modelId="{98175A8A-579C-4BC7-BB61-8FD0C02B5EC2}" type="presOf" srcId="{511E937C-8E95-4DAB-B00A-9B2198A5E75E}" destId="{2FAFF0E4-8433-4EDB-AA92-413BABE1B142}" srcOrd="0" destOrd="0" presId="urn:microsoft.com/office/officeart/2016/7/layout/RepeatingBendingProcessNew"/>
    <dgm:cxn modelId="{4C20078E-5D23-4A28-B1F8-61331F58381E}" srcId="{CBA7FD2E-1B52-4CE8-ABAE-B631E2FF8B1C}" destId="{42B1C120-5C1C-4896-BED9-608BF480DA1F}" srcOrd="4" destOrd="0" parTransId="{892E531A-63A7-48A1-954B-D84E4042778D}" sibTransId="{71DF64B3-F003-4A19-9AA6-98C8DFD76DAA}"/>
    <dgm:cxn modelId="{EB60078F-F83F-4BBC-BB96-351EF59D8535}" srcId="{CBA7FD2E-1B52-4CE8-ABAE-B631E2FF8B1C}" destId="{A7E21B11-FFB0-4A8F-BE8B-DAA271E8F7A6}" srcOrd="11" destOrd="0" parTransId="{9814878A-9CCF-45B8-91F1-C2895696F99F}" sibTransId="{4B1D140C-1DD5-4D6B-92BF-17D1F2075297}"/>
    <dgm:cxn modelId="{324CE492-72E9-4F4C-AED1-5D9E5AB9E8FD}" type="presOf" srcId="{67C260C0-1C14-4F2E-823B-F707536047E5}" destId="{8A2E1BD6-0D8D-4F7A-B52A-24D2175AEBB1}" srcOrd="0" destOrd="0" presId="urn:microsoft.com/office/officeart/2016/7/layout/RepeatingBendingProcessNew"/>
    <dgm:cxn modelId="{950A7A98-C242-421C-80CA-EE0311A8E08D}" type="presOf" srcId="{C60DE450-C9FD-45CD-AA3B-FFC624E3E614}" destId="{FE48C03B-72C7-406E-9FE6-A689A9627D65}" srcOrd="1" destOrd="0" presId="urn:microsoft.com/office/officeart/2016/7/layout/RepeatingBendingProcessNew"/>
    <dgm:cxn modelId="{5CF2209C-8ABA-48ED-A07B-119EFFF3D90D}" type="presOf" srcId="{AD803003-DEFA-401A-9622-8A523979E6FF}" destId="{F59FEA8A-2FA3-4793-A2F0-83478C273683}" srcOrd="0" destOrd="0" presId="urn:microsoft.com/office/officeart/2016/7/layout/RepeatingBendingProcessNew"/>
    <dgm:cxn modelId="{31A72F9F-0E99-485E-A7FB-4D88A6D7A79C}" type="presOf" srcId="{97133211-F0CC-4EEE-8068-8A8DFF8273B7}" destId="{1A7EE04F-5B21-4528-8D31-618F28FCD86D}" srcOrd="0" destOrd="0" presId="urn:microsoft.com/office/officeart/2016/7/layout/RepeatingBendingProcessNew"/>
    <dgm:cxn modelId="{C43A49A8-8F6D-4CAE-AA6D-379E00BD8BC5}" type="presOf" srcId="{C0426429-5CD8-414B-9232-7C60C15B6FD7}" destId="{2FCD9B25-B1FF-4698-B08C-7899F0BC3329}" srcOrd="0" destOrd="0" presId="urn:microsoft.com/office/officeart/2016/7/layout/RepeatingBendingProcessNew"/>
    <dgm:cxn modelId="{6D57D9AA-A312-441D-9951-B792041C1D75}" srcId="{CBA7FD2E-1B52-4CE8-ABAE-B631E2FF8B1C}" destId="{67C260C0-1C14-4F2E-823B-F707536047E5}" srcOrd="0" destOrd="0" parTransId="{CB88B3EF-52DE-4705-8F89-5DD73036803B}" sibTransId="{C6F759F0-31A1-4348-A08F-957EED92C642}"/>
    <dgm:cxn modelId="{DB31A8AD-C8C0-401A-9DF6-B8FB611C13C4}" type="presOf" srcId="{644AECB8-C6B0-4C1D-AA3F-8A323C161CF9}" destId="{256EC753-4308-4D5D-AD11-801B0AF71232}" srcOrd="0" destOrd="0" presId="urn:microsoft.com/office/officeart/2016/7/layout/RepeatingBendingProcessNew"/>
    <dgm:cxn modelId="{5C9C40B1-352B-4A77-95DC-EAD52336F5E4}" srcId="{CBA7FD2E-1B52-4CE8-ABAE-B631E2FF8B1C}" destId="{8E45ED81-5337-477F-9288-BEB12BA53BBE}" srcOrd="13" destOrd="0" parTransId="{9678FA90-6EB8-411E-BC97-1AF9EA970017}" sibTransId="{C60DE450-C9FD-45CD-AA3B-FFC624E3E614}"/>
    <dgm:cxn modelId="{5AAD53B6-BD67-444B-BD78-5061846E0F35}" type="presOf" srcId="{0A563E63-B558-41BC-B64B-F72E9693FCD7}" destId="{F03AB4F7-82DD-483F-A2F4-6CFAA60C6A1F}" srcOrd="0" destOrd="0" presId="urn:microsoft.com/office/officeart/2016/7/layout/RepeatingBendingProcessNew"/>
    <dgm:cxn modelId="{1715BEB7-1784-4A0A-8183-B05E34057C92}" srcId="{CBA7FD2E-1B52-4CE8-ABAE-B631E2FF8B1C}" destId="{AD803003-DEFA-401A-9622-8A523979E6FF}" srcOrd="8" destOrd="0" parTransId="{76954C06-79D2-4CEB-83DE-7B5718F3B926}" sibTransId="{C0426429-5CD8-414B-9232-7C60C15B6FD7}"/>
    <dgm:cxn modelId="{926F11BD-CEDF-4741-8432-E23F7EE71421}" type="presOf" srcId="{A7E21B11-FFB0-4A8F-BE8B-DAA271E8F7A6}" destId="{F25CD2E5-5DF0-45E7-A83D-5B7BFDD914B9}" srcOrd="0" destOrd="0" presId="urn:microsoft.com/office/officeart/2016/7/layout/RepeatingBendingProcessNew"/>
    <dgm:cxn modelId="{87CE02BE-72AC-497F-AAF9-162FA0E2BCFA}" type="presOf" srcId="{2566A4DE-BB3F-4D3C-A954-2EB493DDF8FA}" destId="{A70FD173-FBC8-40AC-BD1C-6007045F67E5}" srcOrd="0" destOrd="0" presId="urn:microsoft.com/office/officeart/2016/7/layout/RepeatingBendingProcessNew"/>
    <dgm:cxn modelId="{604383C5-ED6E-4EE2-B47B-B7B66E760A48}" type="presOf" srcId="{4E754601-3194-43B0-AF22-24D9D07C42FE}" destId="{7E5A7098-658F-4ACF-B23A-358BB962BC33}" srcOrd="0" destOrd="0" presId="urn:microsoft.com/office/officeart/2016/7/layout/RepeatingBendingProcessNew"/>
    <dgm:cxn modelId="{18F6DCC5-31BE-4237-BD29-7E93A2CB622E}" type="presOf" srcId="{AB7EFA0A-DB14-41E1-BF19-29D866CC20A7}" destId="{B52188FD-0936-4007-9F8F-65DCDD951FB5}" srcOrd="0" destOrd="0" presId="urn:microsoft.com/office/officeart/2016/7/layout/RepeatingBendingProcessNew"/>
    <dgm:cxn modelId="{0A4015C7-3197-4EB6-96E7-9D7EE4BEA467}" type="presOf" srcId="{50C5BF64-EFB6-498D-B1FA-FF94F8EB3B07}" destId="{CCE77F88-D494-47F2-A124-027D93467C90}" srcOrd="0" destOrd="0" presId="urn:microsoft.com/office/officeart/2016/7/layout/RepeatingBendingProcessNew"/>
    <dgm:cxn modelId="{6FF6EDC7-F8FC-4C9A-BF0F-4403CE6DD7C8}" type="presOf" srcId="{511E937C-8E95-4DAB-B00A-9B2198A5E75E}" destId="{EA0B39AB-9BE9-479F-9764-D2282975A15B}" srcOrd="1" destOrd="0" presId="urn:microsoft.com/office/officeart/2016/7/layout/RepeatingBendingProcessNew"/>
    <dgm:cxn modelId="{5F0E80CC-77F2-4B83-9219-8FDB4BABE2E5}" type="presOf" srcId="{064BA374-F4AE-4E05-9E16-CE78DC50E81A}" destId="{0E1FBEBC-A919-473B-9189-F326C63E89E7}" srcOrd="1" destOrd="0" presId="urn:microsoft.com/office/officeart/2016/7/layout/RepeatingBendingProcessNew"/>
    <dgm:cxn modelId="{456CA0CD-C070-4926-B790-AB10E081C5A5}" type="presOf" srcId="{C0426429-5CD8-414B-9232-7C60C15B6FD7}" destId="{C6FC3D5E-B281-457D-A23C-AA8A7802D912}" srcOrd="1" destOrd="0" presId="urn:microsoft.com/office/officeart/2016/7/layout/RepeatingBendingProcessNew"/>
    <dgm:cxn modelId="{8A4A2BCE-33A2-40E3-802C-7FD996C46488}" type="presOf" srcId="{C6F759F0-31A1-4348-A08F-957EED92C642}" destId="{98433855-FD06-4C20-B1B0-B8F350ECAD7F}" srcOrd="1" destOrd="0" presId="urn:microsoft.com/office/officeart/2016/7/layout/RepeatingBendingProcessNew"/>
    <dgm:cxn modelId="{228541D1-42DD-4BEE-89A9-99063B56A78C}" type="presOf" srcId="{9AC39287-4A88-417D-9D23-9126FB676B2D}" destId="{E60C0999-EC9E-4224-ACEB-C2C2D87CCC5F}" srcOrd="1" destOrd="0" presId="urn:microsoft.com/office/officeart/2016/7/layout/RepeatingBendingProcessNew"/>
    <dgm:cxn modelId="{AB8B6DD1-27EA-43CD-964C-6DC1AB9BBF88}" type="presOf" srcId="{064BA374-F4AE-4E05-9E16-CE78DC50E81A}" destId="{199BB7B7-0DED-43D3-910D-75545CD64536}" srcOrd="0" destOrd="0" presId="urn:microsoft.com/office/officeart/2016/7/layout/RepeatingBendingProcessNew"/>
    <dgm:cxn modelId="{BE0976D1-95C3-42FD-92A8-0340973BE15D}" type="presOf" srcId="{9AC39287-4A88-417D-9D23-9126FB676B2D}" destId="{C79825B4-8E7F-483E-A280-91A3CC18FF1D}" srcOrd="0" destOrd="0" presId="urn:microsoft.com/office/officeart/2016/7/layout/RepeatingBendingProcessNew"/>
    <dgm:cxn modelId="{8E18F7D6-81F0-4B61-9105-FFE98573CCAA}" type="presOf" srcId="{0B5ED043-B9D6-4598-9375-CC83E4B43C5D}" destId="{0905D52B-5FD5-441B-B4C2-29EF62715438}" srcOrd="1" destOrd="0" presId="urn:microsoft.com/office/officeart/2016/7/layout/RepeatingBendingProcessNew"/>
    <dgm:cxn modelId="{525ECCDB-0FF4-4C29-B7BF-C12767AB2B5B}" srcId="{CBA7FD2E-1B52-4CE8-ABAE-B631E2FF8B1C}" destId="{200E7157-39DE-44A1-BD44-CB720110CD28}" srcOrd="7" destOrd="0" parTransId="{AAE7D26C-FEDC-4255-9C60-C15CB8EACAC6}" sibTransId="{064BA374-F4AE-4E05-9E16-CE78DC50E81A}"/>
    <dgm:cxn modelId="{E33BD3E0-0A46-491B-91CB-E4D08B8CBE9B}" type="presOf" srcId="{91F9B263-3194-4B85-8209-EF54B061975A}" destId="{751F32C0-8B46-4DA0-B55C-92C1850340BD}" srcOrd="1" destOrd="0" presId="urn:microsoft.com/office/officeart/2016/7/layout/RepeatingBendingProcessNew"/>
    <dgm:cxn modelId="{CE893FE1-1D81-4887-949B-B9ADBFD29F7C}" srcId="{CBA7FD2E-1B52-4CE8-ABAE-B631E2FF8B1C}" destId="{0A563E63-B558-41BC-B64B-F72E9693FCD7}" srcOrd="6" destOrd="0" parTransId="{7A7241D5-E1BC-4DA3-9C49-C758509CED59}" sibTransId="{9AC39287-4A88-417D-9D23-9126FB676B2D}"/>
    <dgm:cxn modelId="{F8FA5DEA-F71C-4C88-864C-FBD972988926}" type="presOf" srcId="{8E45ED81-5337-477F-9288-BEB12BA53BBE}" destId="{3AC13347-CF8E-4CAF-B92F-6BB3CB8AB690}" srcOrd="0" destOrd="0" presId="urn:microsoft.com/office/officeart/2016/7/layout/RepeatingBendingProcessNew"/>
    <dgm:cxn modelId="{7B36F1EA-F07E-4157-BCFA-221BC6F600EA}" type="presOf" srcId="{91F9B263-3194-4B85-8209-EF54B061975A}" destId="{96F1ED23-F99F-4370-A324-B4E83428373B}" srcOrd="0" destOrd="0" presId="urn:microsoft.com/office/officeart/2016/7/layout/RepeatingBendingProcessNew"/>
    <dgm:cxn modelId="{7A856FED-01B2-4105-87A4-9E0369F03F16}" type="presOf" srcId="{AB7EFA0A-DB14-41E1-BF19-29D866CC20A7}" destId="{BB5A8403-4F27-4351-969E-9C1C27A7E151}" srcOrd="1" destOrd="0" presId="urn:microsoft.com/office/officeart/2016/7/layout/RepeatingBendingProcessNew"/>
    <dgm:cxn modelId="{1D70C7F0-687D-45C5-B7CD-7BA880B60775}" srcId="{CBA7FD2E-1B52-4CE8-ABAE-B631E2FF8B1C}" destId="{C26A0611-85B5-45D9-AA65-46EE2628CE3A}" srcOrd="15" destOrd="0" parTransId="{558D1E1C-D599-46F0-8746-3844327F0B21}" sibTransId="{6040D299-FFD7-48F6-B98E-F54DE493ED75}"/>
    <dgm:cxn modelId="{BC546EF3-3C34-4F6B-930F-AFA74ECAF36F}" type="presOf" srcId="{CBA7FD2E-1B52-4CE8-ABAE-B631E2FF8B1C}" destId="{A11ADE4A-4931-4D40-81EB-C75EE0ACCE1A}" srcOrd="0" destOrd="0" presId="urn:microsoft.com/office/officeart/2016/7/layout/RepeatingBendingProcessNew"/>
    <dgm:cxn modelId="{21E08AFD-F104-441B-9B60-820FF33DAD50}" type="presOf" srcId="{A80B209D-4477-4DB5-9F48-AF1C752D5A94}" destId="{75041486-B9B3-46AF-8880-57207C024A86}" srcOrd="0" destOrd="0" presId="urn:microsoft.com/office/officeart/2016/7/layout/RepeatingBendingProcessNew"/>
    <dgm:cxn modelId="{4EF3F319-0F4E-4BD1-BCB8-0D415D9B9590}" type="presParOf" srcId="{A11ADE4A-4931-4D40-81EB-C75EE0ACCE1A}" destId="{8A2E1BD6-0D8D-4F7A-B52A-24D2175AEBB1}" srcOrd="0" destOrd="0" presId="urn:microsoft.com/office/officeart/2016/7/layout/RepeatingBendingProcessNew"/>
    <dgm:cxn modelId="{6E913268-DFA2-4CDE-8C61-2FCB4198769D}" type="presParOf" srcId="{A11ADE4A-4931-4D40-81EB-C75EE0ACCE1A}" destId="{8B5CD35D-5208-4E3E-A789-F9F7E51D6FB3}" srcOrd="1" destOrd="0" presId="urn:microsoft.com/office/officeart/2016/7/layout/RepeatingBendingProcessNew"/>
    <dgm:cxn modelId="{BE423DB6-424D-4872-A266-6C89CFD35587}" type="presParOf" srcId="{8B5CD35D-5208-4E3E-A789-F9F7E51D6FB3}" destId="{98433855-FD06-4C20-B1B0-B8F350ECAD7F}" srcOrd="0" destOrd="0" presId="urn:microsoft.com/office/officeart/2016/7/layout/RepeatingBendingProcessNew"/>
    <dgm:cxn modelId="{E3C5CECB-344F-4EF1-AEC9-BECDE311A94F}" type="presParOf" srcId="{A11ADE4A-4931-4D40-81EB-C75EE0ACCE1A}" destId="{256EC753-4308-4D5D-AD11-801B0AF71232}" srcOrd="2" destOrd="0" presId="urn:microsoft.com/office/officeart/2016/7/layout/RepeatingBendingProcessNew"/>
    <dgm:cxn modelId="{96CFA1B6-5FC4-4E46-8FDF-86D6CFDA3C9E}" type="presParOf" srcId="{A11ADE4A-4931-4D40-81EB-C75EE0ACCE1A}" destId="{0ABCC490-657A-465B-960D-53137DA31B3E}" srcOrd="3" destOrd="0" presId="urn:microsoft.com/office/officeart/2016/7/layout/RepeatingBendingProcessNew"/>
    <dgm:cxn modelId="{F91CC66E-4B58-4664-BC49-2458D9DA8DB1}" type="presParOf" srcId="{0ABCC490-657A-465B-960D-53137DA31B3E}" destId="{3591B7BB-D040-442F-9258-20367E4594B4}" srcOrd="0" destOrd="0" presId="urn:microsoft.com/office/officeart/2016/7/layout/RepeatingBendingProcessNew"/>
    <dgm:cxn modelId="{D236B40E-D150-4CD8-A187-6A46D83AFA28}" type="presParOf" srcId="{A11ADE4A-4931-4D40-81EB-C75EE0ACCE1A}" destId="{E8FE2846-2F0E-4E88-8477-DCC23D730422}" srcOrd="4" destOrd="0" presId="urn:microsoft.com/office/officeart/2016/7/layout/RepeatingBendingProcessNew"/>
    <dgm:cxn modelId="{F84B9E96-F290-4C14-979B-447B7C1CADEB}" type="presParOf" srcId="{A11ADE4A-4931-4D40-81EB-C75EE0ACCE1A}" destId="{2FAFF0E4-8433-4EDB-AA92-413BABE1B142}" srcOrd="5" destOrd="0" presId="urn:microsoft.com/office/officeart/2016/7/layout/RepeatingBendingProcessNew"/>
    <dgm:cxn modelId="{95F3EB99-C8BF-456D-B85C-FF61230BA162}" type="presParOf" srcId="{2FAFF0E4-8433-4EDB-AA92-413BABE1B142}" destId="{EA0B39AB-9BE9-479F-9764-D2282975A15B}" srcOrd="0" destOrd="0" presId="urn:microsoft.com/office/officeart/2016/7/layout/RepeatingBendingProcessNew"/>
    <dgm:cxn modelId="{65896654-F527-48A3-A7BA-8748CFED1CD3}" type="presParOf" srcId="{A11ADE4A-4931-4D40-81EB-C75EE0ACCE1A}" destId="{7E5A7098-658F-4ACF-B23A-358BB962BC33}" srcOrd="6" destOrd="0" presId="urn:microsoft.com/office/officeart/2016/7/layout/RepeatingBendingProcessNew"/>
    <dgm:cxn modelId="{BF7A12F7-3DF7-4B22-85DA-93FE15FC3D28}" type="presParOf" srcId="{A11ADE4A-4931-4D40-81EB-C75EE0ACCE1A}" destId="{B52188FD-0936-4007-9F8F-65DCDD951FB5}" srcOrd="7" destOrd="0" presId="urn:microsoft.com/office/officeart/2016/7/layout/RepeatingBendingProcessNew"/>
    <dgm:cxn modelId="{6782B42A-68E1-401B-A9C3-1884AC7C226B}" type="presParOf" srcId="{B52188FD-0936-4007-9F8F-65DCDD951FB5}" destId="{BB5A8403-4F27-4351-969E-9C1C27A7E151}" srcOrd="0" destOrd="0" presId="urn:microsoft.com/office/officeart/2016/7/layout/RepeatingBendingProcessNew"/>
    <dgm:cxn modelId="{A405E6A8-E592-433C-AA67-BDBC93760E5C}" type="presParOf" srcId="{A11ADE4A-4931-4D40-81EB-C75EE0ACCE1A}" destId="{86D97586-87BB-4253-96FE-95A36E8091DB}" srcOrd="8" destOrd="0" presId="urn:microsoft.com/office/officeart/2016/7/layout/RepeatingBendingProcessNew"/>
    <dgm:cxn modelId="{A2F8697E-43FC-4441-AF43-12E9227EB109}" type="presParOf" srcId="{A11ADE4A-4931-4D40-81EB-C75EE0ACCE1A}" destId="{94F44C3F-C159-412F-87CD-B7AA349104C8}" srcOrd="9" destOrd="0" presId="urn:microsoft.com/office/officeart/2016/7/layout/RepeatingBendingProcessNew"/>
    <dgm:cxn modelId="{0732DFA9-3A5C-4757-893A-D11846D3575B}" type="presParOf" srcId="{94F44C3F-C159-412F-87CD-B7AA349104C8}" destId="{0A5CB2CA-7307-4C14-80AF-9B2D9F8A95E4}" srcOrd="0" destOrd="0" presId="urn:microsoft.com/office/officeart/2016/7/layout/RepeatingBendingProcessNew"/>
    <dgm:cxn modelId="{22EA7AAC-C97F-44FA-881A-929E4191F42D}" type="presParOf" srcId="{A11ADE4A-4931-4D40-81EB-C75EE0ACCE1A}" destId="{CCE77F88-D494-47F2-A124-027D93467C90}" srcOrd="10" destOrd="0" presId="urn:microsoft.com/office/officeart/2016/7/layout/RepeatingBendingProcessNew"/>
    <dgm:cxn modelId="{E1FF2BD7-B250-445F-88EB-6144327FB25B}" type="presParOf" srcId="{A11ADE4A-4931-4D40-81EB-C75EE0ACCE1A}" destId="{ACA41784-4078-445D-83C4-BB39F661AC45}" srcOrd="11" destOrd="0" presId="urn:microsoft.com/office/officeart/2016/7/layout/RepeatingBendingProcessNew"/>
    <dgm:cxn modelId="{BC99DCEB-0755-4F14-A7EA-20A5C825991E}" type="presParOf" srcId="{ACA41784-4078-445D-83C4-BB39F661AC45}" destId="{1958F0FD-3EC3-426B-AE2F-4772FA0E085D}" srcOrd="0" destOrd="0" presId="urn:microsoft.com/office/officeart/2016/7/layout/RepeatingBendingProcessNew"/>
    <dgm:cxn modelId="{B9A80B17-8260-4076-9102-794CBE5DE8B6}" type="presParOf" srcId="{A11ADE4A-4931-4D40-81EB-C75EE0ACCE1A}" destId="{F03AB4F7-82DD-483F-A2F4-6CFAA60C6A1F}" srcOrd="12" destOrd="0" presId="urn:microsoft.com/office/officeart/2016/7/layout/RepeatingBendingProcessNew"/>
    <dgm:cxn modelId="{37D2D94E-4727-4904-9EF3-86797C9CBA7A}" type="presParOf" srcId="{A11ADE4A-4931-4D40-81EB-C75EE0ACCE1A}" destId="{C79825B4-8E7F-483E-A280-91A3CC18FF1D}" srcOrd="13" destOrd="0" presId="urn:microsoft.com/office/officeart/2016/7/layout/RepeatingBendingProcessNew"/>
    <dgm:cxn modelId="{BA28A966-8BFB-4A61-9896-93B389DA33B9}" type="presParOf" srcId="{C79825B4-8E7F-483E-A280-91A3CC18FF1D}" destId="{E60C0999-EC9E-4224-ACEB-C2C2D87CCC5F}" srcOrd="0" destOrd="0" presId="urn:microsoft.com/office/officeart/2016/7/layout/RepeatingBendingProcessNew"/>
    <dgm:cxn modelId="{1EB719F2-023E-43EC-8B03-B7BCB82AE710}" type="presParOf" srcId="{A11ADE4A-4931-4D40-81EB-C75EE0ACCE1A}" destId="{BABE0E74-0021-426C-9C79-BD90FB16E7B6}" srcOrd="14" destOrd="0" presId="urn:microsoft.com/office/officeart/2016/7/layout/RepeatingBendingProcessNew"/>
    <dgm:cxn modelId="{C701647B-38B2-465F-A747-3250B7A6C0F1}" type="presParOf" srcId="{A11ADE4A-4931-4D40-81EB-C75EE0ACCE1A}" destId="{199BB7B7-0DED-43D3-910D-75545CD64536}" srcOrd="15" destOrd="0" presId="urn:microsoft.com/office/officeart/2016/7/layout/RepeatingBendingProcessNew"/>
    <dgm:cxn modelId="{C69FD4DA-C6C4-40FE-A2CE-B28B40D7FB44}" type="presParOf" srcId="{199BB7B7-0DED-43D3-910D-75545CD64536}" destId="{0E1FBEBC-A919-473B-9189-F326C63E89E7}" srcOrd="0" destOrd="0" presId="urn:microsoft.com/office/officeart/2016/7/layout/RepeatingBendingProcessNew"/>
    <dgm:cxn modelId="{4EE56B6F-A678-4588-AF8D-21DAB08AD101}" type="presParOf" srcId="{A11ADE4A-4931-4D40-81EB-C75EE0ACCE1A}" destId="{F59FEA8A-2FA3-4793-A2F0-83478C273683}" srcOrd="16" destOrd="0" presId="urn:microsoft.com/office/officeart/2016/7/layout/RepeatingBendingProcessNew"/>
    <dgm:cxn modelId="{E5A0F31D-F8E5-4C5B-B994-14425D74FEAF}" type="presParOf" srcId="{A11ADE4A-4931-4D40-81EB-C75EE0ACCE1A}" destId="{2FCD9B25-B1FF-4698-B08C-7899F0BC3329}" srcOrd="17" destOrd="0" presId="urn:microsoft.com/office/officeart/2016/7/layout/RepeatingBendingProcessNew"/>
    <dgm:cxn modelId="{7A1D3DD1-1ECA-4FA0-A9EF-47C2DEA45BED}" type="presParOf" srcId="{2FCD9B25-B1FF-4698-B08C-7899F0BC3329}" destId="{C6FC3D5E-B281-457D-A23C-AA8A7802D912}" srcOrd="0" destOrd="0" presId="urn:microsoft.com/office/officeart/2016/7/layout/RepeatingBendingProcessNew"/>
    <dgm:cxn modelId="{E50DC1F1-8C14-4A9A-90A8-2F56F00F7C47}" type="presParOf" srcId="{A11ADE4A-4931-4D40-81EB-C75EE0ACCE1A}" destId="{A70FD173-FBC8-40AC-BD1C-6007045F67E5}" srcOrd="18" destOrd="0" presId="urn:microsoft.com/office/officeart/2016/7/layout/RepeatingBendingProcessNew"/>
    <dgm:cxn modelId="{A5AD4FF9-B29B-4D6E-AE4D-1814E3054220}" type="presParOf" srcId="{A11ADE4A-4931-4D40-81EB-C75EE0ACCE1A}" destId="{FF775011-827F-46C1-9B6D-DE455CEEF662}" srcOrd="19" destOrd="0" presId="urn:microsoft.com/office/officeart/2016/7/layout/RepeatingBendingProcessNew"/>
    <dgm:cxn modelId="{30D07D7B-5625-471C-B937-69E199A233C7}" type="presParOf" srcId="{FF775011-827F-46C1-9B6D-DE455CEEF662}" destId="{D3E99F2D-5F79-4CF4-8ACF-F16F44FF7BDB}" srcOrd="0" destOrd="0" presId="urn:microsoft.com/office/officeart/2016/7/layout/RepeatingBendingProcessNew"/>
    <dgm:cxn modelId="{4008D8BD-EDFA-4966-8646-E4A0251CD02F}" type="presParOf" srcId="{A11ADE4A-4931-4D40-81EB-C75EE0ACCE1A}" destId="{1A7EE04F-5B21-4528-8D31-618F28FCD86D}" srcOrd="20" destOrd="0" presId="urn:microsoft.com/office/officeart/2016/7/layout/RepeatingBendingProcessNew"/>
    <dgm:cxn modelId="{84C9F313-8DBF-4C74-A549-9FA115C15521}" type="presParOf" srcId="{A11ADE4A-4931-4D40-81EB-C75EE0ACCE1A}" destId="{96F1ED23-F99F-4370-A324-B4E83428373B}" srcOrd="21" destOrd="0" presId="urn:microsoft.com/office/officeart/2016/7/layout/RepeatingBendingProcessNew"/>
    <dgm:cxn modelId="{B1A38109-8154-47F9-81D0-AE48D8089A24}" type="presParOf" srcId="{96F1ED23-F99F-4370-A324-B4E83428373B}" destId="{751F32C0-8B46-4DA0-B55C-92C1850340BD}" srcOrd="0" destOrd="0" presId="urn:microsoft.com/office/officeart/2016/7/layout/RepeatingBendingProcessNew"/>
    <dgm:cxn modelId="{7E03CEFE-6379-496A-8478-44E445E59606}" type="presParOf" srcId="{A11ADE4A-4931-4D40-81EB-C75EE0ACCE1A}" destId="{F25CD2E5-5DF0-45E7-A83D-5B7BFDD914B9}" srcOrd="22" destOrd="0" presId="urn:microsoft.com/office/officeart/2016/7/layout/RepeatingBendingProcessNew"/>
    <dgm:cxn modelId="{CF4C0591-1152-4C34-AB28-B56E1D257836}" type="presParOf" srcId="{A11ADE4A-4931-4D40-81EB-C75EE0ACCE1A}" destId="{58F1D11E-E9BB-4FE4-B455-7D4A7F0F67A7}" srcOrd="23" destOrd="0" presId="urn:microsoft.com/office/officeart/2016/7/layout/RepeatingBendingProcessNew"/>
    <dgm:cxn modelId="{B353238C-C4AF-47CD-967E-9DD6BF7E6C7E}" type="presParOf" srcId="{58F1D11E-E9BB-4FE4-B455-7D4A7F0F67A7}" destId="{2FE5518A-2CFE-4584-8821-B2EAFD3F6520}" srcOrd="0" destOrd="0" presId="urn:microsoft.com/office/officeart/2016/7/layout/RepeatingBendingProcessNew"/>
    <dgm:cxn modelId="{C71EBB30-9A41-42BE-AF90-FB810AD63825}" type="presParOf" srcId="{A11ADE4A-4931-4D40-81EB-C75EE0ACCE1A}" destId="{75041486-B9B3-46AF-8880-57207C024A86}" srcOrd="24" destOrd="0" presId="urn:microsoft.com/office/officeart/2016/7/layout/RepeatingBendingProcessNew"/>
    <dgm:cxn modelId="{83D905E7-AE47-45D4-9C27-70E6CE6259B4}" type="presParOf" srcId="{A11ADE4A-4931-4D40-81EB-C75EE0ACCE1A}" destId="{4806847B-65DC-4F54-993D-F4A3396B086D}" srcOrd="25" destOrd="0" presId="urn:microsoft.com/office/officeart/2016/7/layout/RepeatingBendingProcessNew"/>
    <dgm:cxn modelId="{0DFE2568-CBC1-4AD9-BD9E-C48489BF1E8C}" type="presParOf" srcId="{4806847B-65DC-4F54-993D-F4A3396B086D}" destId="{8C6F5E5B-5CF3-46FE-8077-D5A331E52785}" srcOrd="0" destOrd="0" presId="urn:microsoft.com/office/officeart/2016/7/layout/RepeatingBendingProcessNew"/>
    <dgm:cxn modelId="{956CB957-89C2-4BF1-B7CE-0746895CE012}" type="presParOf" srcId="{A11ADE4A-4931-4D40-81EB-C75EE0ACCE1A}" destId="{3AC13347-CF8E-4CAF-B92F-6BB3CB8AB690}" srcOrd="26" destOrd="0" presId="urn:microsoft.com/office/officeart/2016/7/layout/RepeatingBendingProcessNew"/>
    <dgm:cxn modelId="{F076E40F-7D9D-434C-95D8-3A4F8525C902}" type="presParOf" srcId="{A11ADE4A-4931-4D40-81EB-C75EE0ACCE1A}" destId="{4798E0D1-7E40-420A-89B9-9F9E89D9B711}" srcOrd="27" destOrd="0" presId="urn:microsoft.com/office/officeart/2016/7/layout/RepeatingBendingProcessNew"/>
    <dgm:cxn modelId="{BF41B293-1934-49E6-8CE8-44D17914BE21}" type="presParOf" srcId="{4798E0D1-7E40-420A-89B9-9F9E89D9B711}" destId="{FE48C03B-72C7-406E-9FE6-A689A9627D65}" srcOrd="0" destOrd="0" presId="urn:microsoft.com/office/officeart/2016/7/layout/RepeatingBendingProcessNew"/>
    <dgm:cxn modelId="{D5BDF50E-8149-4AEE-A86C-EAD5CEA2F73B}" type="presParOf" srcId="{A11ADE4A-4931-4D40-81EB-C75EE0ACCE1A}" destId="{9D331971-6B31-4A1D-8E7F-3D216C739F6F}" srcOrd="28" destOrd="0" presId="urn:microsoft.com/office/officeart/2016/7/layout/RepeatingBendingProcessNew"/>
    <dgm:cxn modelId="{06C85157-24D3-4C3A-8221-07CE79E59415}" type="presParOf" srcId="{A11ADE4A-4931-4D40-81EB-C75EE0ACCE1A}" destId="{6DD7F76E-CE96-482F-A1C0-AAC1D422A7F0}" srcOrd="29" destOrd="0" presId="urn:microsoft.com/office/officeart/2016/7/layout/RepeatingBendingProcessNew"/>
    <dgm:cxn modelId="{5A91A4F5-7FC3-4689-B814-E916B05CF855}" type="presParOf" srcId="{6DD7F76E-CE96-482F-A1C0-AAC1D422A7F0}" destId="{0905D52B-5FD5-441B-B4C2-29EF62715438}" srcOrd="0" destOrd="0" presId="urn:microsoft.com/office/officeart/2016/7/layout/RepeatingBendingProcessNew"/>
    <dgm:cxn modelId="{E93660DB-16EF-4AB6-884B-7D42F0FF857C}" type="presParOf" srcId="{A11ADE4A-4931-4D40-81EB-C75EE0ACCE1A}" destId="{39DD1212-FED6-49E5-B2B4-FF973BAF5ABB}" srcOrd="30"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F294011-AD54-461F-9768-FD3AE74055F6}"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5986D636-A3BE-40B6-A783-D1CBB982152C}">
      <dgm:prSet/>
      <dgm:spPr/>
      <dgm:t>
        <a:bodyPr/>
        <a:lstStyle/>
        <a:p>
          <a:r>
            <a:rPr lang="en-US"/>
            <a:t>Which vaccine was administered the most? </a:t>
          </a:r>
        </a:p>
      </dgm:t>
    </dgm:pt>
    <dgm:pt modelId="{A6298543-B4F2-40DB-B2D2-DD58E80163BF}" type="parTrans" cxnId="{146F7E62-69E9-41AE-9EC0-6B4CA550F4BA}">
      <dgm:prSet/>
      <dgm:spPr/>
      <dgm:t>
        <a:bodyPr/>
        <a:lstStyle/>
        <a:p>
          <a:endParaRPr lang="en-US"/>
        </a:p>
      </dgm:t>
    </dgm:pt>
    <dgm:pt modelId="{19FC3E91-FB36-420C-BB3E-FAB2FD2960D5}" type="sibTrans" cxnId="{146F7E62-69E9-41AE-9EC0-6B4CA550F4BA}">
      <dgm:prSet/>
      <dgm:spPr/>
      <dgm:t>
        <a:bodyPr/>
        <a:lstStyle/>
        <a:p>
          <a:endParaRPr lang="en-US"/>
        </a:p>
      </dgm:t>
    </dgm:pt>
    <dgm:pt modelId="{83C8BD6B-A836-44FB-A301-C061CD8CC21A}">
      <dgm:prSet/>
      <dgm:spPr/>
      <dgm:t>
        <a:bodyPr/>
        <a:lstStyle/>
        <a:p>
          <a:r>
            <a:rPr lang="en-US"/>
            <a:t>Which countries administered the highest number of vaccinations? </a:t>
          </a:r>
        </a:p>
      </dgm:t>
    </dgm:pt>
    <dgm:pt modelId="{89520FB5-C5F2-410A-8852-5248A03DB7E2}" type="parTrans" cxnId="{58A5F6FE-003A-4F7B-BAB0-5C55549431EC}">
      <dgm:prSet/>
      <dgm:spPr/>
      <dgm:t>
        <a:bodyPr/>
        <a:lstStyle/>
        <a:p>
          <a:endParaRPr lang="en-US"/>
        </a:p>
      </dgm:t>
    </dgm:pt>
    <dgm:pt modelId="{E383DA3A-579A-4822-8D2B-94EA114B0125}" type="sibTrans" cxnId="{58A5F6FE-003A-4F7B-BAB0-5C55549431EC}">
      <dgm:prSet/>
      <dgm:spPr/>
      <dgm:t>
        <a:bodyPr/>
        <a:lstStyle/>
        <a:p>
          <a:endParaRPr lang="en-US"/>
        </a:p>
      </dgm:t>
    </dgm:pt>
    <dgm:pt modelId="{F8440089-0C21-4C13-B05D-A51D72655CFC}">
      <dgm:prSet/>
      <dgm:spPr/>
      <dgm:t>
        <a:bodyPr/>
        <a:lstStyle/>
        <a:p>
          <a:r>
            <a:rPr lang="en-US"/>
            <a:t>Which regions administered more than 500,000 vaccine doses? </a:t>
          </a:r>
        </a:p>
      </dgm:t>
    </dgm:pt>
    <dgm:pt modelId="{5F89B2FF-DD9D-47B1-BBA8-5A4375BBB0C7}" type="parTrans" cxnId="{FD239ABC-B212-422B-B354-55BBBF01F546}">
      <dgm:prSet/>
      <dgm:spPr/>
      <dgm:t>
        <a:bodyPr/>
        <a:lstStyle/>
        <a:p>
          <a:endParaRPr lang="en-US"/>
        </a:p>
      </dgm:t>
    </dgm:pt>
    <dgm:pt modelId="{E8E27CC5-18A1-45D0-91A5-DAFF6C454318}" type="sibTrans" cxnId="{FD239ABC-B212-422B-B354-55BBBF01F546}">
      <dgm:prSet/>
      <dgm:spPr/>
      <dgm:t>
        <a:bodyPr/>
        <a:lstStyle/>
        <a:p>
          <a:endParaRPr lang="en-US"/>
        </a:p>
      </dgm:t>
    </dgm:pt>
    <dgm:pt modelId="{433B913D-ACF2-4E09-98B0-459792026AAA}">
      <dgm:prSet/>
      <dgm:spPr/>
      <dgm:t>
        <a:bodyPr/>
        <a:lstStyle/>
        <a:p>
          <a:r>
            <a:rPr lang="en-US"/>
            <a:t>Which vaccine was administered the least? </a:t>
          </a:r>
        </a:p>
      </dgm:t>
    </dgm:pt>
    <dgm:pt modelId="{7F4707CA-EE61-448D-8E38-553F5034D324}" type="parTrans" cxnId="{D486FFB4-6BD1-44AC-8B29-D7295CCB1EBE}">
      <dgm:prSet/>
      <dgm:spPr/>
      <dgm:t>
        <a:bodyPr/>
        <a:lstStyle/>
        <a:p>
          <a:endParaRPr lang="en-US"/>
        </a:p>
      </dgm:t>
    </dgm:pt>
    <dgm:pt modelId="{22A0985D-B058-46C9-85B6-0292FD65B3C5}" type="sibTrans" cxnId="{D486FFB4-6BD1-44AC-8B29-D7295CCB1EBE}">
      <dgm:prSet/>
      <dgm:spPr/>
      <dgm:t>
        <a:bodyPr/>
        <a:lstStyle/>
        <a:p>
          <a:endParaRPr lang="en-US"/>
        </a:p>
      </dgm:t>
    </dgm:pt>
    <dgm:pt modelId="{AC83725B-9026-4536-A870-55A9403D1860}">
      <dgm:prSet/>
      <dgm:spPr/>
      <dgm:t>
        <a:bodyPr/>
        <a:lstStyle/>
        <a:p>
          <a:r>
            <a:rPr lang="en-US"/>
            <a:t>Which countries recorded the highest average number of vaccinations per report?</a:t>
          </a:r>
        </a:p>
      </dgm:t>
    </dgm:pt>
    <dgm:pt modelId="{A2E22841-E57A-482B-85FF-D8E4A0E8E0F6}" type="parTrans" cxnId="{3B67C4ED-0186-4F4C-907B-E0B3CDC89467}">
      <dgm:prSet/>
      <dgm:spPr/>
      <dgm:t>
        <a:bodyPr/>
        <a:lstStyle/>
        <a:p>
          <a:endParaRPr lang="en-US"/>
        </a:p>
      </dgm:t>
    </dgm:pt>
    <dgm:pt modelId="{AD1C2EF5-621C-4042-8728-6A8F88E85C79}" type="sibTrans" cxnId="{3B67C4ED-0186-4F4C-907B-E0B3CDC89467}">
      <dgm:prSet/>
      <dgm:spPr/>
      <dgm:t>
        <a:bodyPr/>
        <a:lstStyle/>
        <a:p>
          <a:endParaRPr lang="en-US"/>
        </a:p>
      </dgm:t>
    </dgm:pt>
    <dgm:pt modelId="{F95CB208-D929-41D9-B1D2-51BD858F75E5}" type="pres">
      <dgm:prSet presAssocID="{2F294011-AD54-461F-9768-FD3AE74055F6}" presName="vert0" presStyleCnt="0">
        <dgm:presLayoutVars>
          <dgm:dir/>
          <dgm:animOne val="branch"/>
          <dgm:animLvl val="lvl"/>
        </dgm:presLayoutVars>
      </dgm:prSet>
      <dgm:spPr/>
    </dgm:pt>
    <dgm:pt modelId="{84E85843-5E27-4475-BB09-2613EFDB9143}" type="pres">
      <dgm:prSet presAssocID="{5986D636-A3BE-40B6-A783-D1CBB982152C}" presName="thickLine" presStyleLbl="alignNode1" presStyleIdx="0" presStyleCnt="5"/>
      <dgm:spPr/>
    </dgm:pt>
    <dgm:pt modelId="{58828B74-7C93-45A5-B030-B1B7CB3B2129}" type="pres">
      <dgm:prSet presAssocID="{5986D636-A3BE-40B6-A783-D1CBB982152C}" presName="horz1" presStyleCnt="0"/>
      <dgm:spPr/>
    </dgm:pt>
    <dgm:pt modelId="{AE51D786-483D-433B-BA22-F34AE632AD68}" type="pres">
      <dgm:prSet presAssocID="{5986D636-A3BE-40B6-A783-D1CBB982152C}" presName="tx1" presStyleLbl="revTx" presStyleIdx="0" presStyleCnt="5"/>
      <dgm:spPr/>
    </dgm:pt>
    <dgm:pt modelId="{BC860A56-ABE3-4EB9-853C-D4141193B4E0}" type="pres">
      <dgm:prSet presAssocID="{5986D636-A3BE-40B6-A783-D1CBB982152C}" presName="vert1" presStyleCnt="0"/>
      <dgm:spPr/>
    </dgm:pt>
    <dgm:pt modelId="{422FECEB-EB0F-4790-8F1B-4CCA78E738AA}" type="pres">
      <dgm:prSet presAssocID="{83C8BD6B-A836-44FB-A301-C061CD8CC21A}" presName="thickLine" presStyleLbl="alignNode1" presStyleIdx="1" presStyleCnt="5"/>
      <dgm:spPr/>
    </dgm:pt>
    <dgm:pt modelId="{39CAB3C3-0F7B-470E-92BF-4D36DBC507AD}" type="pres">
      <dgm:prSet presAssocID="{83C8BD6B-A836-44FB-A301-C061CD8CC21A}" presName="horz1" presStyleCnt="0"/>
      <dgm:spPr/>
    </dgm:pt>
    <dgm:pt modelId="{F1EF0298-1F82-4518-975C-A704AF6E0E55}" type="pres">
      <dgm:prSet presAssocID="{83C8BD6B-A836-44FB-A301-C061CD8CC21A}" presName="tx1" presStyleLbl="revTx" presStyleIdx="1" presStyleCnt="5"/>
      <dgm:spPr/>
    </dgm:pt>
    <dgm:pt modelId="{FD387B74-FA71-4CBD-96CD-52E34DA4A280}" type="pres">
      <dgm:prSet presAssocID="{83C8BD6B-A836-44FB-A301-C061CD8CC21A}" presName="vert1" presStyleCnt="0"/>
      <dgm:spPr/>
    </dgm:pt>
    <dgm:pt modelId="{D5E02598-F617-4A0D-9A77-D500CD3D4969}" type="pres">
      <dgm:prSet presAssocID="{F8440089-0C21-4C13-B05D-A51D72655CFC}" presName="thickLine" presStyleLbl="alignNode1" presStyleIdx="2" presStyleCnt="5"/>
      <dgm:spPr/>
    </dgm:pt>
    <dgm:pt modelId="{5AB385E6-2EB1-4853-A450-5DAC00B10606}" type="pres">
      <dgm:prSet presAssocID="{F8440089-0C21-4C13-B05D-A51D72655CFC}" presName="horz1" presStyleCnt="0"/>
      <dgm:spPr/>
    </dgm:pt>
    <dgm:pt modelId="{3B7641F8-8094-4B52-B17E-687234F4D889}" type="pres">
      <dgm:prSet presAssocID="{F8440089-0C21-4C13-B05D-A51D72655CFC}" presName="tx1" presStyleLbl="revTx" presStyleIdx="2" presStyleCnt="5"/>
      <dgm:spPr/>
    </dgm:pt>
    <dgm:pt modelId="{B3218298-53C3-4E1D-BAE6-78D05A823AEB}" type="pres">
      <dgm:prSet presAssocID="{F8440089-0C21-4C13-B05D-A51D72655CFC}" presName="vert1" presStyleCnt="0"/>
      <dgm:spPr/>
    </dgm:pt>
    <dgm:pt modelId="{981C3B24-4BBD-4347-8C1E-617D35FB168D}" type="pres">
      <dgm:prSet presAssocID="{433B913D-ACF2-4E09-98B0-459792026AAA}" presName="thickLine" presStyleLbl="alignNode1" presStyleIdx="3" presStyleCnt="5"/>
      <dgm:spPr/>
    </dgm:pt>
    <dgm:pt modelId="{3B74B13B-6C08-4A94-A055-B4F22FB8C1AB}" type="pres">
      <dgm:prSet presAssocID="{433B913D-ACF2-4E09-98B0-459792026AAA}" presName="horz1" presStyleCnt="0"/>
      <dgm:spPr/>
    </dgm:pt>
    <dgm:pt modelId="{1DA09144-AB69-4B79-B686-4D4700AD5A34}" type="pres">
      <dgm:prSet presAssocID="{433B913D-ACF2-4E09-98B0-459792026AAA}" presName="tx1" presStyleLbl="revTx" presStyleIdx="3" presStyleCnt="5"/>
      <dgm:spPr/>
    </dgm:pt>
    <dgm:pt modelId="{24BDB898-0B43-4086-A2BD-34F78B62D41C}" type="pres">
      <dgm:prSet presAssocID="{433B913D-ACF2-4E09-98B0-459792026AAA}" presName="vert1" presStyleCnt="0"/>
      <dgm:spPr/>
    </dgm:pt>
    <dgm:pt modelId="{E7DB4DDE-EBD2-429B-B833-CFECE40BF656}" type="pres">
      <dgm:prSet presAssocID="{AC83725B-9026-4536-A870-55A9403D1860}" presName="thickLine" presStyleLbl="alignNode1" presStyleIdx="4" presStyleCnt="5"/>
      <dgm:spPr/>
    </dgm:pt>
    <dgm:pt modelId="{6737B588-EFB2-4D28-AD8A-5D4989188EB6}" type="pres">
      <dgm:prSet presAssocID="{AC83725B-9026-4536-A870-55A9403D1860}" presName="horz1" presStyleCnt="0"/>
      <dgm:spPr/>
    </dgm:pt>
    <dgm:pt modelId="{92BC06C2-0BD5-4226-B60C-226A1CB91246}" type="pres">
      <dgm:prSet presAssocID="{AC83725B-9026-4536-A870-55A9403D1860}" presName="tx1" presStyleLbl="revTx" presStyleIdx="4" presStyleCnt="5"/>
      <dgm:spPr/>
    </dgm:pt>
    <dgm:pt modelId="{37593D5F-81D1-4E57-8507-1F3C71039B4F}" type="pres">
      <dgm:prSet presAssocID="{AC83725B-9026-4536-A870-55A9403D1860}" presName="vert1" presStyleCnt="0"/>
      <dgm:spPr/>
    </dgm:pt>
  </dgm:ptLst>
  <dgm:cxnLst>
    <dgm:cxn modelId="{8D8D9B08-0D4D-400E-823D-87F6A7066DE0}" type="presOf" srcId="{2F294011-AD54-461F-9768-FD3AE74055F6}" destId="{F95CB208-D929-41D9-B1D2-51BD858F75E5}" srcOrd="0" destOrd="0" presId="urn:microsoft.com/office/officeart/2008/layout/LinedList"/>
    <dgm:cxn modelId="{146F7E62-69E9-41AE-9EC0-6B4CA550F4BA}" srcId="{2F294011-AD54-461F-9768-FD3AE74055F6}" destId="{5986D636-A3BE-40B6-A783-D1CBB982152C}" srcOrd="0" destOrd="0" parTransId="{A6298543-B4F2-40DB-B2D2-DD58E80163BF}" sibTransId="{19FC3E91-FB36-420C-BB3E-FAB2FD2960D5}"/>
    <dgm:cxn modelId="{EF1AEC68-DBA1-49AE-8130-F795D06DF790}" type="presOf" srcId="{F8440089-0C21-4C13-B05D-A51D72655CFC}" destId="{3B7641F8-8094-4B52-B17E-687234F4D889}" srcOrd="0" destOrd="0" presId="urn:microsoft.com/office/officeart/2008/layout/LinedList"/>
    <dgm:cxn modelId="{BC775F8F-CA31-4BFE-9B8E-D4F749F1F070}" type="presOf" srcId="{AC83725B-9026-4536-A870-55A9403D1860}" destId="{92BC06C2-0BD5-4226-B60C-226A1CB91246}" srcOrd="0" destOrd="0" presId="urn:microsoft.com/office/officeart/2008/layout/LinedList"/>
    <dgm:cxn modelId="{FCDA7AA0-BCDE-443E-9C84-130EABC294E5}" type="presOf" srcId="{433B913D-ACF2-4E09-98B0-459792026AAA}" destId="{1DA09144-AB69-4B79-B686-4D4700AD5A34}" srcOrd="0" destOrd="0" presId="urn:microsoft.com/office/officeart/2008/layout/LinedList"/>
    <dgm:cxn modelId="{7F2166AE-89C4-40C5-9913-64A69BEBC888}" type="presOf" srcId="{83C8BD6B-A836-44FB-A301-C061CD8CC21A}" destId="{F1EF0298-1F82-4518-975C-A704AF6E0E55}" srcOrd="0" destOrd="0" presId="urn:microsoft.com/office/officeart/2008/layout/LinedList"/>
    <dgm:cxn modelId="{D486FFB4-6BD1-44AC-8B29-D7295CCB1EBE}" srcId="{2F294011-AD54-461F-9768-FD3AE74055F6}" destId="{433B913D-ACF2-4E09-98B0-459792026AAA}" srcOrd="3" destOrd="0" parTransId="{7F4707CA-EE61-448D-8E38-553F5034D324}" sibTransId="{22A0985D-B058-46C9-85B6-0292FD65B3C5}"/>
    <dgm:cxn modelId="{FD239ABC-B212-422B-B354-55BBBF01F546}" srcId="{2F294011-AD54-461F-9768-FD3AE74055F6}" destId="{F8440089-0C21-4C13-B05D-A51D72655CFC}" srcOrd="2" destOrd="0" parTransId="{5F89B2FF-DD9D-47B1-BBA8-5A4375BBB0C7}" sibTransId="{E8E27CC5-18A1-45D0-91A5-DAFF6C454318}"/>
    <dgm:cxn modelId="{3B67C4ED-0186-4F4C-907B-E0B3CDC89467}" srcId="{2F294011-AD54-461F-9768-FD3AE74055F6}" destId="{AC83725B-9026-4536-A870-55A9403D1860}" srcOrd="4" destOrd="0" parTransId="{A2E22841-E57A-482B-85FF-D8E4A0E8E0F6}" sibTransId="{AD1C2EF5-621C-4042-8728-6A8F88E85C79}"/>
    <dgm:cxn modelId="{7FE4A9F6-C30B-47F1-BB4B-928379E88A68}" type="presOf" srcId="{5986D636-A3BE-40B6-A783-D1CBB982152C}" destId="{AE51D786-483D-433B-BA22-F34AE632AD68}" srcOrd="0" destOrd="0" presId="urn:microsoft.com/office/officeart/2008/layout/LinedList"/>
    <dgm:cxn modelId="{58A5F6FE-003A-4F7B-BAB0-5C55549431EC}" srcId="{2F294011-AD54-461F-9768-FD3AE74055F6}" destId="{83C8BD6B-A836-44FB-A301-C061CD8CC21A}" srcOrd="1" destOrd="0" parTransId="{89520FB5-C5F2-410A-8852-5248A03DB7E2}" sibTransId="{E383DA3A-579A-4822-8D2B-94EA114B0125}"/>
    <dgm:cxn modelId="{E7EE9B8F-2329-4229-93A1-6DDF967BFA33}" type="presParOf" srcId="{F95CB208-D929-41D9-B1D2-51BD858F75E5}" destId="{84E85843-5E27-4475-BB09-2613EFDB9143}" srcOrd="0" destOrd="0" presId="urn:microsoft.com/office/officeart/2008/layout/LinedList"/>
    <dgm:cxn modelId="{8D213DBE-C1C1-44EB-B18A-23A0A5527726}" type="presParOf" srcId="{F95CB208-D929-41D9-B1D2-51BD858F75E5}" destId="{58828B74-7C93-45A5-B030-B1B7CB3B2129}" srcOrd="1" destOrd="0" presId="urn:microsoft.com/office/officeart/2008/layout/LinedList"/>
    <dgm:cxn modelId="{7004BC3F-248E-4215-A4CB-0D54E2CCAA27}" type="presParOf" srcId="{58828B74-7C93-45A5-B030-B1B7CB3B2129}" destId="{AE51D786-483D-433B-BA22-F34AE632AD68}" srcOrd="0" destOrd="0" presId="urn:microsoft.com/office/officeart/2008/layout/LinedList"/>
    <dgm:cxn modelId="{6680DC8F-A465-4A66-A6BF-598A96665867}" type="presParOf" srcId="{58828B74-7C93-45A5-B030-B1B7CB3B2129}" destId="{BC860A56-ABE3-4EB9-853C-D4141193B4E0}" srcOrd="1" destOrd="0" presId="urn:microsoft.com/office/officeart/2008/layout/LinedList"/>
    <dgm:cxn modelId="{AE4C17B0-8B5B-42CB-A55A-4191713140AD}" type="presParOf" srcId="{F95CB208-D929-41D9-B1D2-51BD858F75E5}" destId="{422FECEB-EB0F-4790-8F1B-4CCA78E738AA}" srcOrd="2" destOrd="0" presId="urn:microsoft.com/office/officeart/2008/layout/LinedList"/>
    <dgm:cxn modelId="{900FE11A-C42C-434E-9260-74555B780672}" type="presParOf" srcId="{F95CB208-D929-41D9-B1D2-51BD858F75E5}" destId="{39CAB3C3-0F7B-470E-92BF-4D36DBC507AD}" srcOrd="3" destOrd="0" presId="urn:microsoft.com/office/officeart/2008/layout/LinedList"/>
    <dgm:cxn modelId="{A026B748-ACE5-439F-AECB-D7DFAD8322A7}" type="presParOf" srcId="{39CAB3C3-0F7B-470E-92BF-4D36DBC507AD}" destId="{F1EF0298-1F82-4518-975C-A704AF6E0E55}" srcOrd="0" destOrd="0" presId="urn:microsoft.com/office/officeart/2008/layout/LinedList"/>
    <dgm:cxn modelId="{D88D8CAA-AA09-45F2-AB44-E22516C1A113}" type="presParOf" srcId="{39CAB3C3-0F7B-470E-92BF-4D36DBC507AD}" destId="{FD387B74-FA71-4CBD-96CD-52E34DA4A280}" srcOrd="1" destOrd="0" presId="urn:microsoft.com/office/officeart/2008/layout/LinedList"/>
    <dgm:cxn modelId="{2C78D424-74C4-429E-8C0C-CCE7DC1FB4B3}" type="presParOf" srcId="{F95CB208-D929-41D9-B1D2-51BD858F75E5}" destId="{D5E02598-F617-4A0D-9A77-D500CD3D4969}" srcOrd="4" destOrd="0" presId="urn:microsoft.com/office/officeart/2008/layout/LinedList"/>
    <dgm:cxn modelId="{60F4E9FD-CEF1-4D10-8E65-4DEE73DF15B0}" type="presParOf" srcId="{F95CB208-D929-41D9-B1D2-51BD858F75E5}" destId="{5AB385E6-2EB1-4853-A450-5DAC00B10606}" srcOrd="5" destOrd="0" presId="urn:microsoft.com/office/officeart/2008/layout/LinedList"/>
    <dgm:cxn modelId="{7EA38B85-5FF9-4B3A-9225-2B916D5E4D20}" type="presParOf" srcId="{5AB385E6-2EB1-4853-A450-5DAC00B10606}" destId="{3B7641F8-8094-4B52-B17E-687234F4D889}" srcOrd="0" destOrd="0" presId="urn:microsoft.com/office/officeart/2008/layout/LinedList"/>
    <dgm:cxn modelId="{6B185366-9325-4E7A-9C2B-2B8DBED6EF42}" type="presParOf" srcId="{5AB385E6-2EB1-4853-A450-5DAC00B10606}" destId="{B3218298-53C3-4E1D-BAE6-78D05A823AEB}" srcOrd="1" destOrd="0" presId="urn:microsoft.com/office/officeart/2008/layout/LinedList"/>
    <dgm:cxn modelId="{94CBFCED-5E31-4D23-BCD4-8CE93524C079}" type="presParOf" srcId="{F95CB208-D929-41D9-B1D2-51BD858F75E5}" destId="{981C3B24-4BBD-4347-8C1E-617D35FB168D}" srcOrd="6" destOrd="0" presId="urn:microsoft.com/office/officeart/2008/layout/LinedList"/>
    <dgm:cxn modelId="{F1D822FF-3E69-4A84-88EB-F8440D78D4C2}" type="presParOf" srcId="{F95CB208-D929-41D9-B1D2-51BD858F75E5}" destId="{3B74B13B-6C08-4A94-A055-B4F22FB8C1AB}" srcOrd="7" destOrd="0" presId="urn:microsoft.com/office/officeart/2008/layout/LinedList"/>
    <dgm:cxn modelId="{F57551C3-4122-4ABF-BFDA-7B7D16D32B6F}" type="presParOf" srcId="{3B74B13B-6C08-4A94-A055-B4F22FB8C1AB}" destId="{1DA09144-AB69-4B79-B686-4D4700AD5A34}" srcOrd="0" destOrd="0" presId="urn:microsoft.com/office/officeart/2008/layout/LinedList"/>
    <dgm:cxn modelId="{E6BA7F58-F306-4046-869C-E7EF13629293}" type="presParOf" srcId="{3B74B13B-6C08-4A94-A055-B4F22FB8C1AB}" destId="{24BDB898-0B43-4086-A2BD-34F78B62D41C}" srcOrd="1" destOrd="0" presId="urn:microsoft.com/office/officeart/2008/layout/LinedList"/>
    <dgm:cxn modelId="{A1B6E5A9-6E1C-4F35-983E-27AC92FF3F83}" type="presParOf" srcId="{F95CB208-D929-41D9-B1D2-51BD858F75E5}" destId="{E7DB4DDE-EBD2-429B-B833-CFECE40BF656}" srcOrd="8" destOrd="0" presId="urn:microsoft.com/office/officeart/2008/layout/LinedList"/>
    <dgm:cxn modelId="{668A4529-316A-48DF-AB40-E7C7768F7954}" type="presParOf" srcId="{F95CB208-D929-41D9-B1D2-51BD858F75E5}" destId="{6737B588-EFB2-4D28-AD8A-5D4989188EB6}" srcOrd="9" destOrd="0" presId="urn:microsoft.com/office/officeart/2008/layout/LinedList"/>
    <dgm:cxn modelId="{F8520CF6-35CC-473B-B71D-73B33880789E}" type="presParOf" srcId="{6737B588-EFB2-4D28-AD8A-5D4989188EB6}" destId="{92BC06C2-0BD5-4226-B60C-226A1CB91246}" srcOrd="0" destOrd="0" presId="urn:microsoft.com/office/officeart/2008/layout/LinedList"/>
    <dgm:cxn modelId="{81F93331-5401-449C-8597-430AA87A04E1}" type="presParOf" srcId="{6737B588-EFB2-4D28-AD8A-5D4989188EB6}" destId="{37593D5F-81D1-4E57-8507-1F3C71039B4F}"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2263FCF-5243-4BA0-AB03-B02C6E3735F9}"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F1385A09-C2B4-452B-98AB-45F442D2E55F}">
      <dgm:prSet/>
      <dgm:spPr/>
      <dgm:t>
        <a:bodyPr/>
        <a:lstStyle/>
        <a:p>
          <a:pPr>
            <a:lnSpc>
              <a:spcPct val="100000"/>
            </a:lnSpc>
          </a:pPr>
          <a:r>
            <a:rPr lang="en-US" b="1"/>
            <a:t>Business Insight</a:t>
          </a:r>
          <a:endParaRPr lang="en-US"/>
        </a:p>
      </dgm:t>
    </dgm:pt>
    <dgm:pt modelId="{C2320DF6-D5B6-4EAA-8C8F-E891D9B6E88B}" type="parTrans" cxnId="{3CDC4A69-8211-46F2-A30A-74BC236558E8}">
      <dgm:prSet/>
      <dgm:spPr/>
      <dgm:t>
        <a:bodyPr/>
        <a:lstStyle/>
        <a:p>
          <a:endParaRPr lang="en-US"/>
        </a:p>
      </dgm:t>
    </dgm:pt>
    <dgm:pt modelId="{2B461661-6B6A-4D6D-8626-313C58C2BA1B}" type="sibTrans" cxnId="{3CDC4A69-8211-46F2-A30A-74BC236558E8}">
      <dgm:prSet/>
      <dgm:spPr/>
      <dgm:t>
        <a:bodyPr/>
        <a:lstStyle/>
        <a:p>
          <a:endParaRPr lang="en-US"/>
        </a:p>
      </dgm:t>
    </dgm:pt>
    <dgm:pt modelId="{AFE89DC2-3B56-497F-823E-F402357A43A5}">
      <dgm:prSet/>
      <dgm:spPr/>
      <dgm:t>
        <a:bodyPr/>
        <a:lstStyle/>
        <a:p>
          <a:pPr>
            <a:lnSpc>
              <a:spcPct val="100000"/>
            </a:lnSpc>
          </a:pPr>
          <a:r>
            <a:rPr lang="en-US"/>
            <a:t>Influenza recorded the highest number of vaccinations across the dataset, suggesting it was the most widely administered vaccine during the reporting period.</a:t>
          </a:r>
        </a:p>
      </dgm:t>
    </dgm:pt>
    <dgm:pt modelId="{399CEA6E-8B22-4723-A898-12EF485D4202}" type="parTrans" cxnId="{B2C5FE42-B882-4276-B55C-DF8227AC4112}">
      <dgm:prSet/>
      <dgm:spPr/>
      <dgm:t>
        <a:bodyPr/>
        <a:lstStyle/>
        <a:p>
          <a:endParaRPr lang="en-US"/>
        </a:p>
      </dgm:t>
    </dgm:pt>
    <dgm:pt modelId="{8FBCB8C9-5CFB-4BC5-BD27-19B54E942BC5}" type="sibTrans" cxnId="{B2C5FE42-B882-4276-B55C-DF8227AC4112}">
      <dgm:prSet/>
      <dgm:spPr/>
      <dgm:t>
        <a:bodyPr/>
        <a:lstStyle/>
        <a:p>
          <a:endParaRPr lang="en-US"/>
        </a:p>
      </dgm:t>
    </dgm:pt>
    <dgm:pt modelId="{32DDD52B-62A9-46A5-A7FB-722F9734C7E3}" type="pres">
      <dgm:prSet presAssocID="{02263FCF-5243-4BA0-AB03-B02C6E3735F9}" presName="root" presStyleCnt="0">
        <dgm:presLayoutVars>
          <dgm:dir/>
          <dgm:resizeHandles val="exact"/>
        </dgm:presLayoutVars>
      </dgm:prSet>
      <dgm:spPr/>
    </dgm:pt>
    <dgm:pt modelId="{B5E302FD-65DA-4AE5-96A2-A7DE1B858095}" type="pres">
      <dgm:prSet presAssocID="{F1385A09-C2B4-452B-98AB-45F442D2E55F}" presName="compNode" presStyleCnt="0"/>
      <dgm:spPr/>
    </dgm:pt>
    <dgm:pt modelId="{3581DF89-115D-4AAA-8CAA-A5F035ACBAC0}" type="pres">
      <dgm:prSet presAssocID="{F1385A09-C2B4-452B-98AB-45F442D2E55F}"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Lightbulb"/>
        </a:ext>
      </dgm:extLst>
    </dgm:pt>
    <dgm:pt modelId="{778839AE-1AE3-4628-AEA1-3096AB5E7B34}" type="pres">
      <dgm:prSet presAssocID="{F1385A09-C2B4-452B-98AB-45F442D2E55F}" presName="spaceRect" presStyleCnt="0"/>
      <dgm:spPr/>
    </dgm:pt>
    <dgm:pt modelId="{CD7E50C5-4466-44F5-BA3D-C9807B386055}" type="pres">
      <dgm:prSet presAssocID="{F1385A09-C2B4-452B-98AB-45F442D2E55F}" presName="textRect" presStyleLbl="revTx" presStyleIdx="0" presStyleCnt="2">
        <dgm:presLayoutVars>
          <dgm:chMax val="1"/>
          <dgm:chPref val="1"/>
        </dgm:presLayoutVars>
      </dgm:prSet>
      <dgm:spPr/>
    </dgm:pt>
    <dgm:pt modelId="{432F865B-9D8C-42FF-9B7F-595F66573EE3}" type="pres">
      <dgm:prSet presAssocID="{2B461661-6B6A-4D6D-8626-313C58C2BA1B}" presName="sibTrans" presStyleCnt="0"/>
      <dgm:spPr/>
    </dgm:pt>
    <dgm:pt modelId="{6CEDD6E3-D6D2-402A-9581-9C53913E8A0D}" type="pres">
      <dgm:prSet presAssocID="{AFE89DC2-3B56-497F-823E-F402357A43A5}" presName="compNode" presStyleCnt="0"/>
      <dgm:spPr/>
    </dgm:pt>
    <dgm:pt modelId="{670E5DA9-20A2-4D83-9F8E-19512C5F8506}" type="pres">
      <dgm:prSet presAssocID="{AFE89DC2-3B56-497F-823E-F402357A43A5}"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Needle"/>
        </a:ext>
      </dgm:extLst>
    </dgm:pt>
    <dgm:pt modelId="{6D2AA23E-EB0C-4F45-AC2B-A33FC6B7B210}" type="pres">
      <dgm:prSet presAssocID="{AFE89DC2-3B56-497F-823E-F402357A43A5}" presName="spaceRect" presStyleCnt="0"/>
      <dgm:spPr/>
    </dgm:pt>
    <dgm:pt modelId="{293516F1-7F4B-477A-9321-F9292E73A2B1}" type="pres">
      <dgm:prSet presAssocID="{AFE89DC2-3B56-497F-823E-F402357A43A5}" presName="textRect" presStyleLbl="revTx" presStyleIdx="1" presStyleCnt="2">
        <dgm:presLayoutVars>
          <dgm:chMax val="1"/>
          <dgm:chPref val="1"/>
        </dgm:presLayoutVars>
      </dgm:prSet>
      <dgm:spPr/>
    </dgm:pt>
  </dgm:ptLst>
  <dgm:cxnLst>
    <dgm:cxn modelId="{B2C5FE42-B882-4276-B55C-DF8227AC4112}" srcId="{02263FCF-5243-4BA0-AB03-B02C6E3735F9}" destId="{AFE89DC2-3B56-497F-823E-F402357A43A5}" srcOrd="1" destOrd="0" parTransId="{399CEA6E-8B22-4723-A898-12EF485D4202}" sibTransId="{8FBCB8C9-5CFB-4BC5-BD27-19B54E942BC5}"/>
    <dgm:cxn modelId="{3CDC4A69-8211-46F2-A30A-74BC236558E8}" srcId="{02263FCF-5243-4BA0-AB03-B02C6E3735F9}" destId="{F1385A09-C2B4-452B-98AB-45F442D2E55F}" srcOrd="0" destOrd="0" parTransId="{C2320DF6-D5B6-4EAA-8C8F-E891D9B6E88B}" sibTransId="{2B461661-6B6A-4D6D-8626-313C58C2BA1B}"/>
    <dgm:cxn modelId="{B604A084-FA48-43CD-A4BD-550961F1436A}" type="presOf" srcId="{02263FCF-5243-4BA0-AB03-B02C6E3735F9}" destId="{32DDD52B-62A9-46A5-A7FB-722F9734C7E3}" srcOrd="0" destOrd="0" presId="urn:microsoft.com/office/officeart/2018/2/layout/IconLabelList"/>
    <dgm:cxn modelId="{B618729A-D740-4A6E-95C1-2C58837C6FA5}" type="presOf" srcId="{AFE89DC2-3B56-497F-823E-F402357A43A5}" destId="{293516F1-7F4B-477A-9321-F9292E73A2B1}" srcOrd="0" destOrd="0" presId="urn:microsoft.com/office/officeart/2018/2/layout/IconLabelList"/>
    <dgm:cxn modelId="{249FC5E5-AF00-4AE9-8AFC-C59FB7D9BDB0}" type="presOf" srcId="{F1385A09-C2B4-452B-98AB-45F442D2E55F}" destId="{CD7E50C5-4466-44F5-BA3D-C9807B386055}" srcOrd="0" destOrd="0" presId="urn:microsoft.com/office/officeart/2018/2/layout/IconLabelList"/>
    <dgm:cxn modelId="{D6AB0434-E826-4A6B-96AD-818CCD1F94E4}" type="presParOf" srcId="{32DDD52B-62A9-46A5-A7FB-722F9734C7E3}" destId="{B5E302FD-65DA-4AE5-96A2-A7DE1B858095}" srcOrd="0" destOrd="0" presId="urn:microsoft.com/office/officeart/2018/2/layout/IconLabelList"/>
    <dgm:cxn modelId="{484DA4B6-491F-41FD-9C77-AA3BDDC64A31}" type="presParOf" srcId="{B5E302FD-65DA-4AE5-96A2-A7DE1B858095}" destId="{3581DF89-115D-4AAA-8CAA-A5F035ACBAC0}" srcOrd="0" destOrd="0" presId="urn:microsoft.com/office/officeart/2018/2/layout/IconLabelList"/>
    <dgm:cxn modelId="{C8C76CAB-9203-4115-8859-FD275480D477}" type="presParOf" srcId="{B5E302FD-65DA-4AE5-96A2-A7DE1B858095}" destId="{778839AE-1AE3-4628-AEA1-3096AB5E7B34}" srcOrd="1" destOrd="0" presId="urn:microsoft.com/office/officeart/2018/2/layout/IconLabelList"/>
    <dgm:cxn modelId="{E260D1DC-A560-4814-A11E-01C6B6687C12}" type="presParOf" srcId="{B5E302FD-65DA-4AE5-96A2-A7DE1B858095}" destId="{CD7E50C5-4466-44F5-BA3D-C9807B386055}" srcOrd="2" destOrd="0" presId="urn:microsoft.com/office/officeart/2018/2/layout/IconLabelList"/>
    <dgm:cxn modelId="{3BE45868-CF2A-4220-9434-9309D7B09058}" type="presParOf" srcId="{32DDD52B-62A9-46A5-A7FB-722F9734C7E3}" destId="{432F865B-9D8C-42FF-9B7F-595F66573EE3}" srcOrd="1" destOrd="0" presId="urn:microsoft.com/office/officeart/2018/2/layout/IconLabelList"/>
    <dgm:cxn modelId="{BB71D3F2-D8B4-43F2-9C02-22598094779F}" type="presParOf" srcId="{32DDD52B-62A9-46A5-A7FB-722F9734C7E3}" destId="{6CEDD6E3-D6D2-402A-9581-9C53913E8A0D}" srcOrd="2" destOrd="0" presId="urn:microsoft.com/office/officeart/2018/2/layout/IconLabelList"/>
    <dgm:cxn modelId="{A4F90F94-F091-4848-AB41-8C7F99CCA5EB}" type="presParOf" srcId="{6CEDD6E3-D6D2-402A-9581-9C53913E8A0D}" destId="{670E5DA9-20A2-4D83-9F8E-19512C5F8506}" srcOrd="0" destOrd="0" presId="urn:microsoft.com/office/officeart/2018/2/layout/IconLabelList"/>
    <dgm:cxn modelId="{017FE7B5-FFD5-4822-928A-29F28E1DCF2D}" type="presParOf" srcId="{6CEDD6E3-D6D2-402A-9581-9C53913E8A0D}" destId="{6D2AA23E-EB0C-4F45-AC2B-A33FC6B7B210}" srcOrd="1" destOrd="0" presId="urn:microsoft.com/office/officeart/2018/2/layout/IconLabelList"/>
    <dgm:cxn modelId="{E4E5965E-A470-4D8E-B717-22A54CD52FF0}" type="presParOf" srcId="{6CEDD6E3-D6D2-402A-9581-9C53913E8A0D}" destId="{293516F1-7F4B-477A-9321-F9292E73A2B1}" srcOrd="2" destOrd="0" presId="urn:microsoft.com/office/officeart/2018/2/layout/IconLabel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A00FB7D-3E37-462D-815F-AEB07D016FE5}"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6F494B1D-6BCA-4C0E-89B5-989984410565}">
      <dgm:prSet/>
      <dgm:spPr/>
      <dgm:t>
        <a:bodyPr/>
        <a:lstStyle/>
        <a:p>
          <a:r>
            <a:rPr lang="en-US"/>
            <a:t>In conclusion, this analysis demonstrates how SQL can transform raw healthcare data into meaningful insights that support evidence-based public health decision-making. </a:t>
          </a:r>
        </a:p>
      </dgm:t>
    </dgm:pt>
    <dgm:pt modelId="{A01CD1FD-63D0-4955-808D-E09341E8C4BF}" type="parTrans" cxnId="{D512CDC7-49B3-473D-9C21-D506089299D6}">
      <dgm:prSet/>
      <dgm:spPr/>
      <dgm:t>
        <a:bodyPr/>
        <a:lstStyle/>
        <a:p>
          <a:endParaRPr lang="en-US"/>
        </a:p>
      </dgm:t>
    </dgm:pt>
    <dgm:pt modelId="{522C1EB7-083E-4A35-A546-437A7DF97B76}" type="sibTrans" cxnId="{D512CDC7-49B3-473D-9C21-D506089299D6}">
      <dgm:prSet/>
      <dgm:spPr/>
      <dgm:t>
        <a:bodyPr/>
        <a:lstStyle/>
        <a:p>
          <a:endParaRPr lang="en-US"/>
        </a:p>
      </dgm:t>
    </dgm:pt>
    <dgm:pt modelId="{4AD45A11-EF50-4774-AADA-ED296B62B6E3}">
      <dgm:prSet/>
      <dgm:spPr/>
      <dgm:t>
        <a:bodyPr/>
        <a:lstStyle/>
        <a:p>
          <a:r>
            <a:rPr lang="en-US"/>
            <a:t>Thank you for your attention. </a:t>
          </a:r>
        </a:p>
      </dgm:t>
    </dgm:pt>
    <dgm:pt modelId="{5949F911-0FE8-4351-83D0-4EAAD00022E4}" type="parTrans" cxnId="{E561C83B-B031-41AB-B59F-755F7550723E}">
      <dgm:prSet/>
      <dgm:spPr/>
      <dgm:t>
        <a:bodyPr/>
        <a:lstStyle/>
        <a:p>
          <a:endParaRPr lang="en-US"/>
        </a:p>
      </dgm:t>
    </dgm:pt>
    <dgm:pt modelId="{6D481A03-0C52-4460-B844-D8C27F0CCDB2}" type="sibTrans" cxnId="{E561C83B-B031-41AB-B59F-755F7550723E}">
      <dgm:prSet/>
      <dgm:spPr/>
      <dgm:t>
        <a:bodyPr/>
        <a:lstStyle/>
        <a:p>
          <a:endParaRPr lang="en-US"/>
        </a:p>
      </dgm:t>
    </dgm:pt>
    <dgm:pt modelId="{366A5BFD-0B0B-406B-9354-73433AB0A403}" type="pres">
      <dgm:prSet presAssocID="{CA00FB7D-3E37-462D-815F-AEB07D016FE5}" presName="hierChild1" presStyleCnt="0">
        <dgm:presLayoutVars>
          <dgm:chPref val="1"/>
          <dgm:dir/>
          <dgm:animOne val="branch"/>
          <dgm:animLvl val="lvl"/>
          <dgm:resizeHandles/>
        </dgm:presLayoutVars>
      </dgm:prSet>
      <dgm:spPr/>
    </dgm:pt>
    <dgm:pt modelId="{AC127441-DC13-4009-BD6B-E3A8E8B6A0BB}" type="pres">
      <dgm:prSet presAssocID="{6F494B1D-6BCA-4C0E-89B5-989984410565}" presName="hierRoot1" presStyleCnt="0"/>
      <dgm:spPr/>
    </dgm:pt>
    <dgm:pt modelId="{B57A4BBE-58F4-4255-B202-E7A2CCE0A783}" type="pres">
      <dgm:prSet presAssocID="{6F494B1D-6BCA-4C0E-89B5-989984410565}" presName="composite" presStyleCnt="0"/>
      <dgm:spPr/>
    </dgm:pt>
    <dgm:pt modelId="{7CC860DF-2DC4-43B3-868E-F4650045B7A7}" type="pres">
      <dgm:prSet presAssocID="{6F494B1D-6BCA-4C0E-89B5-989984410565}" presName="background" presStyleLbl="node0" presStyleIdx="0" presStyleCnt="2"/>
      <dgm:spPr/>
    </dgm:pt>
    <dgm:pt modelId="{5308E122-CAA8-4CD6-81E6-4C9A3419CA07}" type="pres">
      <dgm:prSet presAssocID="{6F494B1D-6BCA-4C0E-89B5-989984410565}" presName="text" presStyleLbl="fgAcc0" presStyleIdx="0" presStyleCnt="2">
        <dgm:presLayoutVars>
          <dgm:chPref val="3"/>
        </dgm:presLayoutVars>
      </dgm:prSet>
      <dgm:spPr/>
    </dgm:pt>
    <dgm:pt modelId="{CEAA6B5F-727F-4166-AFB8-AEB358C4C43A}" type="pres">
      <dgm:prSet presAssocID="{6F494B1D-6BCA-4C0E-89B5-989984410565}" presName="hierChild2" presStyleCnt="0"/>
      <dgm:spPr/>
    </dgm:pt>
    <dgm:pt modelId="{A20C5A22-435D-4AA6-BA4A-C0420F9957FE}" type="pres">
      <dgm:prSet presAssocID="{4AD45A11-EF50-4774-AADA-ED296B62B6E3}" presName="hierRoot1" presStyleCnt="0"/>
      <dgm:spPr/>
    </dgm:pt>
    <dgm:pt modelId="{C1EDE126-E483-44D6-A354-D299D223D52B}" type="pres">
      <dgm:prSet presAssocID="{4AD45A11-EF50-4774-AADA-ED296B62B6E3}" presName="composite" presStyleCnt="0"/>
      <dgm:spPr/>
    </dgm:pt>
    <dgm:pt modelId="{4753129D-8512-4912-AD94-190BF26249D2}" type="pres">
      <dgm:prSet presAssocID="{4AD45A11-EF50-4774-AADA-ED296B62B6E3}" presName="background" presStyleLbl="node0" presStyleIdx="1" presStyleCnt="2"/>
      <dgm:spPr/>
    </dgm:pt>
    <dgm:pt modelId="{1D11A906-F7AC-487E-ADC3-951838EB8FAF}" type="pres">
      <dgm:prSet presAssocID="{4AD45A11-EF50-4774-AADA-ED296B62B6E3}" presName="text" presStyleLbl="fgAcc0" presStyleIdx="1" presStyleCnt="2">
        <dgm:presLayoutVars>
          <dgm:chPref val="3"/>
        </dgm:presLayoutVars>
      </dgm:prSet>
      <dgm:spPr/>
    </dgm:pt>
    <dgm:pt modelId="{E8C2F707-6A45-4E86-BBCC-AAEAC5A6E24E}" type="pres">
      <dgm:prSet presAssocID="{4AD45A11-EF50-4774-AADA-ED296B62B6E3}" presName="hierChild2" presStyleCnt="0"/>
      <dgm:spPr/>
    </dgm:pt>
  </dgm:ptLst>
  <dgm:cxnLst>
    <dgm:cxn modelId="{E561C83B-B031-41AB-B59F-755F7550723E}" srcId="{CA00FB7D-3E37-462D-815F-AEB07D016FE5}" destId="{4AD45A11-EF50-4774-AADA-ED296B62B6E3}" srcOrd="1" destOrd="0" parTransId="{5949F911-0FE8-4351-83D0-4EAAD00022E4}" sibTransId="{6D481A03-0C52-4460-B844-D8C27F0CCDB2}"/>
    <dgm:cxn modelId="{C0DA1344-8B63-4F8F-BE72-2583B2105908}" type="presOf" srcId="{4AD45A11-EF50-4774-AADA-ED296B62B6E3}" destId="{1D11A906-F7AC-487E-ADC3-951838EB8FAF}" srcOrd="0" destOrd="0" presId="urn:microsoft.com/office/officeart/2005/8/layout/hierarchy1"/>
    <dgm:cxn modelId="{D512CDC7-49B3-473D-9C21-D506089299D6}" srcId="{CA00FB7D-3E37-462D-815F-AEB07D016FE5}" destId="{6F494B1D-6BCA-4C0E-89B5-989984410565}" srcOrd="0" destOrd="0" parTransId="{A01CD1FD-63D0-4955-808D-E09341E8C4BF}" sibTransId="{522C1EB7-083E-4A35-A546-437A7DF97B76}"/>
    <dgm:cxn modelId="{C7D292CB-BBE9-4BEC-A398-2F1567D9911E}" type="presOf" srcId="{CA00FB7D-3E37-462D-815F-AEB07D016FE5}" destId="{366A5BFD-0B0B-406B-9354-73433AB0A403}" srcOrd="0" destOrd="0" presId="urn:microsoft.com/office/officeart/2005/8/layout/hierarchy1"/>
    <dgm:cxn modelId="{B79914E7-9CDF-4CF3-A308-624E5BE0FB23}" type="presOf" srcId="{6F494B1D-6BCA-4C0E-89B5-989984410565}" destId="{5308E122-CAA8-4CD6-81E6-4C9A3419CA07}" srcOrd="0" destOrd="0" presId="urn:microsoft.com/office/officeart/2005/8/layout/hierarchy1"/>
    <dgm:cxn modelId="{C01D9458-4F4D-4890-A60D-C5C4955C86BC}" type="presParOf" srcId="{366A5BFD-0B0B-406B-9354-73433AB0A403}" destId="{AC127441-DC13-4009-BD6B-E3A8E8B6A0BB}" srcOrd="0" destOrd="0" presId="urn:microsoft.com/office/officeart/2005/8/layout/hierarchy1"/>
    <dgm:cxn modelId="{995187A2-B0DC-4EB5-9C18-3525051C3387}" type="presParOf" srcId="{AC127441-DC13-4009-BD6B-E3A8E8B6A0BB}" destId="{B57A4BBE-58F4-4255-B202-E7A2CCE0A783}" srcOrd="0" destOrd="0" presId="urn:microsoft.com/office/officeart/2005/8/layout/hierarchy1"/>
    <dgm:cxn modelId="{95A745C1-5C05-4F04-BD23-DF619975DB1D}" type="presParOf" srcId="{B57A4BBE-58F4-4255-B202-E7A2CCE0A783}" destId="{7CC860DF-2DC4-43B3-868E-F4650045B7A7}" srcOrd="0" destOrd="0" presId="urn:microsoft.com/office/officeart/2005/8/layout/hierarchy1"/>
    <dgm:cxn modelId="{3984DE06-0622-42C0-8C8F-A8066F455660}" type="presParOf" srcId="{B57A4BBE-58F4-4255-B202-E7A2CCE0A783}" destId="{5308E122-CAA8-4CD6-81E6-4C9A3419CA07}" srcOrd="1" destOrd="0" presId="urn:microsoft.com/office/officeart/2005/8/layout/hierarchy1"/>
    <dgm:cxn modelId="{49E9218C-04F1-4D15-A409-DB5EC2C01340}" type="presParOf" srcId="{AC127441-DC13-4009-BD6B-E3A8E8B6A0BB}" destId="{CEAA6B5F-727F-4166-AFB8-AEB358C4C43A}" srcOrd="1" destOrd="0" presId="urn:microsoft.com/office/officeart/2005/8/layout/hierarchy1"/>
    <dgm:cxn modelId="{9615F97B-E1C7-4C0C-94D5-A1E5E38E1EDE}" type="presParOf" srcId="{366A5BFD-0B0B-406B-9354-73433AB0A403}" destId="{A20C5A22-435D-4AA6-BA4A-C0420F9957FE}" srcOrd="1" destOrd="0" presId="urn:microsoft.com/office/officeart/2005/8/layout/hierarchy1"/>
    <dgm:cxn modelId="{441F8BC0-6465-41B2-930E-A0CC0B727267}" type="presParOf" srcId="{A20C5A22-435D-4AA6-BA4A-C0420F9957FE}" destId="{C1EDE126-E483-44D6-A354-D299D223D52B}" srcOrd="0" destOrd="0" presId="urn:microsoft.com/office/officeart/2005/8/layout/hierarchy1"/>
    <dgm:cxn modelId="{4DA38934-1F7C-4B15-818D-FD7433D85B7A}" type="presParOf" srcId="{C1EDE126-E483-44D6-A354-D299D223D52B}" destId="{4753129D-8512-4912-AD94-190BF26249D2}" srcOrd="0" destOrd="0" presId="urn:microsoft.com/office/officeart/2005/8/layout/hierarchy1"/>
    <dgm:cxn modelId="{A524B6F2-492A-478B-B634-A1E9D03F544C}" type="presParOf" srcId="{C1EDE126-E483-44D6-A354-D299D223D52B}" destId="{1D11A906-F7AC-487E-ADC3-951838EB8FAF}" srcOrd="1" destOrd="0" presId="urn:microsoft.com/office/officeart/2005/8/layout/hierarchy1"/>
    <dgm:cxn modelId="{55B40C3C-B47E-44A5-AC73-B4594D53545A}" type="presParOf" srcId="{A20C5A22-435D-4AA6-BA4A-C0420F9957FE}" destId="{E8C2F707-6A45-4E86-BBCC-AAEAC5A6E24E}"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719CFC-5D7B-43DE-9E59-96C5844578E0}">
      <dsp:nvSpPr>
        <dsp:cNvPr id="0" name=""/>
        <dsp:cNvSpPr/>
      </dsp:nvSpPr>
      <dsp:spPr>
        <a:xfrm>
          <a:off x="759153" y="958"/>
          <a:ext cx="1779054" cy="1067432"/>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The project uses two related tables.</a:t>
          </a:r>
        </a:p>
      </dsp:txBody>
      <dsp:txXfrm>
        <a:off x="759153" y="958"/>
        <a:ext cx="1779054" cy="1067432"/>
      </dsp:txXfrm>
    </dsp:sp>
    <dsp:sp modelId="{A676EDDA-907E-4E41-836E-9E9B9C25ECCB}">
      <dsp:nvSpPr>
        <dsp:cNvPr id="0" name=""/>
        <dsp:cNvSpPr/>
      </dsp:nvSpPr>
      <dsp:spPr>
        <a:xfrm>
          <a:off x="2716113" y="958"/>
          <a:ext cx="1779054" cy="1067432"/>
        </a:xfrm>
        <a:prstGeom prst="rect">
          <a:avLst/>
        </a:prstGeom>
        <a:gradFill rotWithShape="0">
          <a:gsLst>
            <a:gs pos="0">
              <a:schemeClr val="accent5">
                <a:hueOff val="-810143"/>
                <a:satOff val="-55"/>
                <a:lumOff val="131"/>
                <a:alphaOff val="0"/>
                <a:satMod val="103000"/>
                <a:lumMod val="102000"/>
                <a:tint val="94000"/>
              </a:schemeClr>
            </a:gs>
            <a:gs pos="50000">
              <a:schemeClr val="accent5">
                <a:hueOff val="-810143"/>
                <a:satOff val="-55"/>
                <a:lumOff val="131"/>
                <a:alphaOff val="0"/>
                <a:satMod val="110000"/>
                <a:lumMod val="100000"/>
                <a:shade val="100000"/>
              </a:schemeClr>
            </a:gs>
            <a:gs pos="100000">
              <a:schemeClr val="accent5">
                <a:hueOff val="-810143"/>
                <a:satOff val="-55"/>
                <a:lumOff val="13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1" kern="1200"/>
            <a:t>Table 1 – Countries</a:t>
          </a:r>
          <a:endParaRPr lang="en-US" sz="1200" kern="1200"/>
        </a:p>
      </dsp:txBody>
      <dsp:txXfrm>
        <a:off x="2716113" y="958"/>
        <a:ext cx="1779054" cy="1067432"/>
      </dsp:txXfrm>
    </dsp:sp>
    <dsp:sp modelId="{89B322C8-FFFF-4278-BBAF-B1092A5E29BD}">
      <dsp:nvSpPr>
        <dsp:cNvPr id="0" name=""/>
        <dsp:cNvSpPr/>
      </dsp:nvSpPr>
      <dsp:spPr>
        <a:xfrm>
          <a:off x="4673072" y="958"/>
          <a:ext cx="1779054" cy="1067432"/>
        </a:xfrm>
        <a:prstGeom prst="rect">
          <a:avLst/>
        </a:prstGeom>
        <a:gradFill rotWithShape="0">
          <a:gsLst>
            <a:gs pos="0">
              <a:schemeClr val="accent5">
                <a:hueOff val="-1620287"/>
                <a:satOff val="-110"/>
                <a:lumOff val="261"/>
                <a:alphaOff val="0"/>
                <a:satMod val="103000"/>
                <a:lumMod val="102000"/>
                <a:tint val="94000"/>
              </a:schemeClr>
            </a:gs>
            <a:gs pos="50000">
              <a:schemeClr val="accent5">
                <a:hueOff val="-1620287"/>
                <a:satOff val="-110"/>
                <a:lumOff val="261"/>
                <a:alphaOff val="0"/>
                <a:satMod val="110000"/>
                <a:lumMod val="100000"/>
                <a:shade val="100000"/>
              </a:schemeClr>
            </a:gs>
            <a:gs pos="100000">
              <a:schemeClr val="accent5">
                <a:hueOff val="-1620287"/>
                <a:satOff val="-110"/>
                <a:lumOff val="26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Contains:</a:t>
          </a:r>
        </a:p>
      </dsp:txBody>
      <dsp:txXfrm>
        <a:off x="4673072" y="958"/>
        <a:ext cx="1779054" cy="1067432"/>
      </dsp:txXfrm>
    </dsp:sp>
    <dsp:sp modelId="{CB033622-8E8D-4303-8244-48175FFCAF4F}">
      <dsp:nvSpPr>
        <dsp:cNvPr id="0" name=""/>
        <dsp:cNvSpPr/>
      </dsp:nvSpPr>
      <dsp:spPr>
        <a:xfrm>
          <a:off x="6630032" y="958"/>
          <a:ext cx="1779054" cy="1067432"/>
        </a:xfrm>
        <a:prstGeom prst="rect">
          <a:avLst/>
        </a:prstGeom>
        <a:gradFill rotWithShape="0">
          <a:gsLst>
            <a:gs pos="0">
              <a:schemeClr val="accent5">
                <a:hueOff val="-2430430"/>
                <a:satOff val="-165"/>
                <a:lumOff val="392"/>
                <a:alphaOff val="0"/>
                <a:satMod val="103000"/>
                <a:lumMod val="102000"/>
                <a:tint val="94000"/>
              </a:schemeClr>
            </a:gs>
            <a:gs pos="50000">
              <a:schemeClr val="accent5">
                <a:hueOff val="-2430430"/>
                <a:satOff val="-165"/>
                <a:lumOff val="392"/>
                <a:alphaOff val="0"/>
                <a:satMod val="110000"/>
                <a:lumMod val="100000"/>
                <a:shade val="100000"/>
              </a:schemeClr>
            </a:gs>
            <a:gs pos="100000">
              <a:schemeClr val="accent5">
                <a:hueOff val="-2430430"/>
                <a:satOff val="-165"/>
                <a:lumOff val="392"/>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Country ID </a:t>
          </a:r>
        </a:p>
      </dsp:txBody>
      <dsp:txXfrm>
        <a:off x="6630032" y="958"/>
        <a:ext cx="1779054" cy="1067432"/>
      </dsp:txXfrm>
    </dsp:sp>
    <dsp:sp modelId="{65ED88CF-9902-4149-B784-5C724EB5F838}">
      <dsp:nvSpPr>
        <dsp:cNvPr id="0" name=""/>
        <dsp:cNvSpPr/>
      </dsp:nvSpPr>
      <dsp:spPr>
        <a:xfrm>
          <a:off x="8586992" y="958"/>
          <a:ext cx="1779054" cy="1067432"/>
        </a:xfrm>
        <a:prstGeom prst="rect">
          <a:avLst/>
        </a:prstGeom>
        <a:gradFill rotWithShape="0">
          <a:gsLst>
            <a:gs pos="0">
              <a:schemeClr val="accent5">
                <a:hueOff val="-3240573"/>
                <a:satOff val="-220"/>
                <a:lumOff val="523"/>
                <a:alphaOff val="0"/>
                <a:satMod val="103000"/>
                <a:lumMod val="102000"/>
                <a:tint val="94000"/>
              </a:schemeClr>
            </a:gs>
            <a:gs pos="50000">
              <a:schemeClr val="accent5">
                <a:hueOff val="-3240573"/>
                <a:satOff val="-220"/>
                <a:lumOff val="523"/>
                <a:alphaOff val="0"/>
                <a:satMod val="110000"/>
                <a:lumMod val="100000"/>
                <a:shade val="100000"/>
              </a:schemeClr>
            </a:gs>
            <a:gs pos="100000">
              <a:schemeClr val="accent5">
                <a:hueOff val="-3240573"/>
                <a:satOff val="-220"/>
                <a:lumOff val="523"/>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Country Name </a:t>
          </a:r>
        </a:p>
      </dsp:txBody>
      <dsp:txXfrm>
        <a:off x="8586992" y="958"/>
        <a:ext cx="1779054" cy="1067432"/>
      </dsp:txXfrm>
    </dsp:sp>
    <dsp:sp modelId="{CC740F83-6235-4AD2-8CD5-BE932865F605}">
      <dsp:nvSpPr>
        <dsp:cNvPr id="0" name=""/>
        <dsp:cNvSpPr/>
      </dsp:nvSpPr>
      <dsp:spPr>
        <a:xfrm>
          <a:off x="759153" y="1246296"/>
          <a:ext cx="1779054" cy="1067432"/>
        </a:xfrm>
        <a:prstGeom prst="rect">
          <a:avLst/>
        </a:prstGeom>
        <a:gradFill rotWithShape="0">
          <a:gsLst>
            <a:gs pos="0">
              <a:schemeClr val="accent5">
                <a:hueOff val="-4050717"/>
                <a:satOff val="-275"/>
                <a:lumOff val="654"/>
                <a:alphaOff val="0"/>
                <a:satMod val="103000"/>
                <a:lumMod val="102000"/>
                <a:tint val="94000"/>
              </a:schemeClr>
            </a:gs>
            <a:gs pos="50000">
              <a:schemeClr val="accent5">
                <a:hueOff val="-4050717"/>
                <a:satOff val="-275"/>
                <a:lumOff val="654"/>
                <a:alphaOff val="0"/>
                <a:satMod val="110000"/>
                <a:lumMod val="100000"/>
                <a:shade val="100000"/>
              </a:schemeClr>
            </a:gs>
            <a:gs pos="100000">
              <a:schemeClr val="accent5">
                <a:hueOff val="-4050717"/>
                <a:satOff val="-275"/>
                <a:lumOff val="65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Region </a:t>
          </a:r>
        </a:p>
      </dsp:txBody>
      <dsp:txXfrm>
        <a:off x="759153" y="1246296"/>
        <a:ext cx="1779054" cy="1067432"/>
      </dsp:txXfrm>
    </dsp:sp>
    <dsp:sp modelId="{77D0336A-8C98-4A14-B98D-12A010B3D85A}">
      <dsp:nvSpPr>
        <dsp:cNvPr id="0" name=""/>
        <dsp:cNvSpPr/>
      </dsp:nvSpPr>
      <dsp:spPr>
        <a:xfrm>
          <a:off x="2716113" y="1246296"/>
          <a:ext cx="1779054" cy="1067432"/>
        </a:xfrm>
        <a:prstGeom prst="rect">
          <a:avLst/>
        </a:prstGeom>
        <a:gradFill rotWithShape="0">
          <a:gsLst>
            <a:gs pos="0">
              <a:schemeClr val="accent5">
                <a:hueOff val="-4860860"/>
                <a:satOff val="-330"/>
                <a:lumOff val="784"/>
                <a:alphaOff val="0"/>
                <a:satMod val="103000"/>
                <a:lumMod val="102000"/>
                <a:tint val="94000"/>
              </a:schemeClr>
            </a:gs>
            <a:gs pos="50000">
              <a:schemeClr val="accent5">
                <a:hueOff val="-4860860"/>
                <a:satOff val="-330"/>
                <a:lumOff val="784"/>
                <a:alphaOff val="0"/>
                <a:satMod val="110000"/>
                <a:lumMod val="100000"/>
                <a:shade val="100000"/>
              </a:schemeClr>
            </a:gs>
            <a:gs pos="100000">
              <a:schemeClr val="accent5">
                <a:hueOff val="-4860860"/>
                <a:satOff val="-330"/>
                <a:lumOff val="78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Population (Millions) </a:t>
          </a:r>
        </a:p>
      </dsp:txBody>
      <dsp:txXfrm>
        <a:off x="2716113" y="1246296"/>
        <a:ext cx="1779054" cy="1067432"/>
      </dsp:txXfrm>
    </dsp:sp>
    <dsp:sp modelId="{8509A54A-67DB-4F83-8609-42C61C4ADC29}">
      <dsp:nvSpPr>
        <dsp:cNvPr id="0" name=""/>
        <dsp:cNvSpPr/>
      </dsp:nvSpPr>
      <dsp:spPr>
        <a:xfrm>
          <a:off x="4673072" y="1246296"/>
          <a:ext cx="1779054" cy="1067432"/>
        </a:xfrm>
        <a:prstGeom prst="rect">
          <a:avLst/>
        </a:prstGeom>
        <a:gradFill rotWithShape="0">
          <a:gsLst>
            <a:gs pos="0">
              <a:schemeClr val="accent5">
                <a:hueOff val="-5671003"/>
                <a:satOff val="-385"/>
                <a:lumOff val="915"/>
                <a:alphaOff val="0"/>
                <a:satMod val="103000"/>
                <a:lumMod val="102000"/>
                <a:tint val="94000"/>
              </a:schemeClr>
            </a:gs>
            <a:gs pos="50000">
              <a:schemeClr val="accent5">
                <a:hueOff val="-5671003"/>
                <a:satOff val="-385"/>
                <a:lumOff val="915"/>
                <a:alphaOff val="0"/>
                <a:satMod val="110000"/>
                <a:lumMod val="100000"/>
                <a:shade val="100000"/>
              </a:schemeClr>
            </a:gs>
            <a:gs pos="100000">
              <a:schemeClr val="accent5">
                <a:hueOff val="-5671003"/>
                <a:satOff val="-385"/>
                <a:lumOff val="91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1" kern="1200"/>
            <a:t>Table 2 – Immunization Records</a:t>
          </a:r>
          <a:endParaRPr lang="en-US" sz="1200" kern="1200"/>
        </a:p>
      </dsp:txBody>
      <dsp:txXfrm>
        <a:off x="4673072" y="1246296"/>
        <a:ext cx="1779054" cy="1067432"/>
      </dsp:txXfrm>
    </dsp:sp>
    <dsp:sp modelId="{3BE13D26-C8A7-468C-BE44-275BE8B6AC0A}">
      <dsp:nvSpPr>
        <dsp:cNvPr id="0" name=""/>
        <dsp:cNvSpPr/>
      </dsp:nvSpPr>
      <dsp:spPr>
        <a:xfrm>
          <a:off x="6630032" y="1246296"/>
          <a:ext cx="1779054" cy="1067432"/>
        </a:xfrm>
        <a:prstGeom prst="rect">
          <a:avLst/>
        </a:prstGeom>
        <a:gradFill rotWithShape="0">
          <a:gsLst>
            <a:gs pos="0">
              <a:schemeClr val="accent5">
                <a:hueOff val="-6481147"/>
                <a:satOff val="-441"/>
                <a:lumOff val="1046"/>
                <a:alphaOff val="0"/>
                <a:satMod val="103000"/>
                <a:lumMod val="102000"/>
                <a:tint val="94000"/>
              </a:schemeClr>
            </a:gs>
            <a:gs pos="50000">
              <a:schemeClr val="accent5">
                <a:hueOff val="-6481147"/>
                <a:satOff val="-441"/>
                <a:lumOff val="1046"/>
                <a:alphaOff val="0"/>
                <a:satMod val="110000"/>
                <a:lumMod val="100000"/>
                <a:shade val="100000"/>
              </a:schemeClr>
            </a:gs>
            <a:gs pos="100000">
              <a:schemeClr val="accent5">
                <a:hueOff val="-6481147"/>
                <a:satOff val="-441"/>
                <a:lumOff val="1046"/>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Contains:</a:t>
          </a:r>
        </a:p>
      </dsp:txBody>
      <dsp:txXfrm>
        <a:off x="6630032" y="1246296"/>
        <a:ext cx="1779054" cy="1067432"/>
      </dsp:txXfrm>
    </dsp:sp>
    <dsp:sp modelId="{28DD8823-9CC5-43E6-BF10-B2338D48975B}">
      <dsp:nvSpPr>
        <dsp:cNvPr id="0" name=""/>
        <dsp:cNvSpPr/>
      </dsp:nvSpPr>
      <dsp:spPr>
        <a:xfrm>
          <a:off x="8586992" y="1246296"/>
          <a:ext cx="1779054" cy="1067432"/>
        </a:xfrm>
        <a:prstGeom prst="rect">
          <a:avLst/>
        </a:prstGeom>
        <a:gradFill rotWithShape="0">
          <a:gsLst>
            <a:gs pos="0">
              <a:schemeClr val="accent5">
                <a:hueOff val="-7291290"/>
                <a:satOff val="-496"/>
                <a:lumOff val="1177"/>
                <a:alphaOff val="0"/>
                <a:satMod val="103000"/>
                <a:lumMod val="102000"/>
                <a:tint val="94000"/>
              </a:schemeClr>
            </a:gs>
            <a:gs pos="50000">
              <a:schemeClr val="accent5">
                <a:hueOff val="-7291290"/>
                <a:satOff val="-496"/>
                <a:lumOff val="1177"/>
                <a:alphaOff val="0"/>
                <a:satMod val="110000"/>
                <a:lumMod val="100000"/>
                <a:shade val="100000"/>
              </a:schemeClr>
            </a:gs>
            <a:gs pos="100000">
              <a:schemeClr val="accent5">
                <a:hueOff val="-7291290"/>
                <a:satOff val="-496"/>
                <a:lumOff val="1177"/>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Record ID </a:t>
          </a:r>
        </a:p>
      </dsp:txBody>
      <dsp:txXfrm>
        <a:off x="8586992" y="1246296"/>
        <a:ext cx="1779054" cy="1067432"/>
      </dsp:txXfrm>
    </dsp:sp>
    <dsp:sp modelId="{210196B9-7F0C-46CD-8E5A-D390B37FBA0C}">
      <dsp:nvSpPr>
        <dsp:cNvPr id="0" name=""/>
        <dsp:cNvSpPr/>
      </dsp:nvSpPr>
      <dsp:spPr>
        <a:xfrm>
          <a:off x="759153" y="2491634"/>
          <a:ext cx="1779054" cy="1067432"/>
        </a:xfrm>
        <a:prstGeom prst="rect">
          <a:avLst/>
        </a:prstGeom>
        <a:gradFill rotWithShape="0">
          <a:gsLst>
            <a:gs pos="0">
              <a:schemeClr val="accent5">
                <a:hueOff val="-8101434"/>
                <a:satOff val="-551"/>
                <a:lumOff val="1307"/>
                <a:alphaOff val="0"/>
                <a:satMod val="103000"/>
                <a:lumMod val="102000"/>
                <a:tint val="94000"/>
              </a:schemeClr>
            </a:gs>
            <a:gs pos="50000">
              <a:schemeClr val="accent5">
                <a:hueOff val="-8101434"/>
                <a:satOff val="-551"/>
                <a:lumOff val="1307"/>
                <a:alphaOff val="0"/>
                <a:satMod val="110000"/>
                <a:lumMod val="100000"/>
                <a:shade val="100000"/>
              </a:schemeClr>
            </a:gs>
            <a:gs pos="100000">
              <a:schemeClr val="accent5">
                <a:hueOff val="-8101434"/>
                <a:satOff val="-551"/>
                <a:lumOff val="1307"/>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Country ID </a:t>
          </a:r>
        </a:p>
      </dsp:txBody>
      <dsp:txXfrm>
        <a:off x="759153" y="2491634"/>
        <a:ext cx="1779054" cy="1067432"/>
      </dsp:txXfrm>
    </dsp:sp>
    <dsp:sp modelId="{20CF4053-C0C7-47CB-98DA-AC628886B00F}">
      <dsp:nvSpPr>
        <dsp:cNvPr id="0" name=""/>
        <dsp:cNvSpPr/>
      </dsp:nvSpPr>
      <dsp:spPr>
        <a:xfrm>
          <a:off x="2716113" y="2491634"/>
          <a:ext cx="1779054" cy="1067432"/>
        </a:xfrm>
        <a:prstGeom prst="rect">
          <a:avLst/>
        </a:prstGeom>
        <a:gradFill rotWithShape="0">
          <a:gsLst>
            <a:gs pos="0">
              <a:schemeClr val="accent5">
                <a:hueOff val="-8911577"/>
                <a:satOff val="-606"/>
                <a:lumOff val="1438"/>
                <a:alphaOff val="0"/>
                <a:satMod val="103000"/>
                <a:lumMod val="102000"/>
                <a:tint val="94000"/>
              </a:schemeClr>
            </a:gs>
            <a:gs pos="50000">
              <a:schemeClr val="accent5">
                <a:hueOff val="-8911577"/>
                <a:satOff val="-606"/>
                <a:lumOff val="1438"/>
                <a:alphaOff val="0"/>
                <a:satMod val="110000"/>
                <a:lumMod val="100000"/>
                <a:shade val="100000"/>
              </a:schemeClr>
            </a:gs>
            <a:gs pos="100000">
              <a:schemeClr val="accent5">
                <a:hueOff val="-8911577"/>
                <a:satOff val="-606"/>
                <a:lumOff val="1438"/>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Vaccine Name </a:t>
          </a:r>
        </a:p>
      </dsp:txBody>
      <dsp:txXfrm>
        <a:off x="2716113" y="2491634"/>
        <a:ext cx="1779054" cy="1067432"/>
      </dsp:txXfrm>
    </dsp:sp>
    <dsp:sp modelId="{E5372119-35A5-40EF-866A-5983A30D7282}">
      <dsp:nvSpPr>
        <dsp:cNvPr id="0" name=""/>
        <dsp:cNvSpPr/>
      </dsp:nvSpPr>
      <dsp:spPr>
        <a:xfrm>
          <a:off x="4673072" y="2491634"/>
          <a:ext cx="1779054" cy="1067432"/>
        </a:xfrm>
        <a:prstGeom prst="rect">
          <a:avLst/>
        </a:prstGeom>
        <a:gradFill rotWithShape="0">
          <a:gsLst>
            <a:gs pos="0">
              <a:schemeClr val="accent5">
                <a:hueOff val="-9721720"/>
                <a:satOff val="-661"/>
                <a:lumOff val="1569"/>
                <a:alphaOff val="0"/>
                <a:satMod val="103000"/>
                <a:lumMod val="102000"/>
                <a:tint val="94000"/>
              </a:schemeClr>
            </a:gs>
            <a:gs pos="50000">
              <a:schemeClr val="accent5">
                <a:hueOff val="-9721720"/>
                <a:satOff val="-661"/>
                <a:lumOff val="1569"/>
                <a:alphaOff val="0"/>
                <a:satMod val="110000"/>
                <a:lumMod val="100000"/>
                <a:shade val="100000"/>
              </a:schemeClr>
            </a:gs>
            <a:gs pos="100000">
              <a:schemeClr val="accent5">
                <a:hueOff val="-9721720"/>
                <a:satOff val="-661"/>
                <a:lumOff val="156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Vaccinations Given </a:t>
          </a:r>
        </a:p>
      </dsp:txBody>
      <dsp:txXfrm>
        <a:off x="4673072" y="2491634"/>
        <a:ext cx="1779054" cy="1067432"/>
      </dsp:txXfrm>
    </dsp:sp>
    <dsp:sp modelId="{6C01F474-FAED-4932-AB5B-356EA99B3186}">
      <dsp:nvSpPr>
        <dsp:cNvPr id="0" name=""/>
        <dsp:cNvSpPr/>
      </dsp:nvSpPr>
      <dsp:spPr>
        <a:xfrm>
          <a:off x="6630032" y="2491634"/>
          <a:ext cx="1779054" cy="1067432"/>
        </a:xfrm>
        <a:prstGeom prst="rect">
          <a:avLst/>
        </a:prstGeom>
        <a:gradFill rotWithShape="0">
          <a:gsLst>
            <a:gs pos="0">
              <a:schemeClr val="accent5">
                <a:hueOff val="-10531863"/>
                <a:satOff val="-716"/>
                <a:lumOff val="1700"/>
                <a:alphaOff val="0"/>
                <a:satMod val="103000"/>
                <a:lumMod val="102000"/>
                <a:tint val="94000"/>
              </a:schemeClr>
            </a:gs>
            <a:gs pos="50000">
              <a:schemeClr val="accent5">
                <a:hueOff val="-10531863"/>
                <a:satOff val="-716"/>
                <a:lumOff val="1700"/>
                <a:alphaOff val="0"/>
                <a:satMod val="110000"/>
                <a:lumMod val="100000"/>
                <a:shade val="100000"/>
              </a:schemeClr>
            </a:gs>
            <a:gs pos="100000">
              <a:schemeClr val="accent5">
                <a:hueOff val="-10531863"/>
                <a:satOff val="-716"/>
                <a:lumOff val="170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Report Year </a:t>
          </a:r>
        </a:p>
      </dsp:txBody>
      <dsp:txXfrm>
        <a:off x="6630032" y="2491634"/>
        <a:ext cx="1779054" cy="1067432"/>
      </dsp:txXfrm>
    </dsp:sp>
    <dsp:sp modelId="{9B057A94-C565-4A48-BD37-682AC04A3D88}">
      <dsp:nvSpPr>
        <dsp:cNvPr id="0" name=""/>
        <dsp:cNvSpPr/>
      </dsp:nvSpPr>
      <dsp:spPr>
        <a:xfrm>
          <a:off x="8586992" y="2491634"/>
          <a:ext cx="1779054" cy="1067432"/>
        </a:xfrm>
        <a:prstGeom prst="rect">
          <a:avLst/>
        </a:prstGeom>
        <a:gradFill rotWithShape="0">
          <a:gsLst>
            <a:gs pos="0">
              <a:schemeClr val="accent5">
                <a:hueOff val="-11342007"/>
                <a:satOff val="-771"/>
                <a:lumOff val="1830"/>
                <a:alphaOff val="0"/>
                <a:satMod val="103000"/>
                <a:lumMod val="102000"/>
                <a:tint val="94000"/>
              </a:schemeClr>
            </a:gs>
            <a:gs pos="50000">
              <a:schemeClr val="accent5">
                <a:hueOff val="-11342007"/>
                <a:satOff val="-771"/>
                <a:lumOff val="1830"/>
                <a:alphaOff val="0"/>
                <a:satMod val="110000"/>
                <a:lumMod val="100000"/>
                <a:shade val="100000"/>
              </a:schemeClr>
            </a:gs>
            <a:gs pos="100000">
              <a:schemeClr val="accent5">
                <a:hueOff val="-11342007"/>
                <a:satOff val="-771"/>
                <a:lumOff val="183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1" kern="1200"/>
            <a:t>Relationship</a:t>
          </a:r>
          <a:endParaRPr lang="en-US" sz="1200" kern="1200"/>
        </a:p>
      </dsp:txBody>
      <dsp:txXfrm>
        <a:off x="8586992" y="2491634"/>
        <a:ext cx="1779054" cy="1067432"/>
      </dsp:txXfrm>
    </dsp:sp>
    <dsp:sp modelId="{5A290411-A26B-4AAD-A7E9-5972CC747180}">
      <dsp:nvSpPr>
        <dsp:cNvPr id="0" name=""/>
        <dsp:cNvSpPr/>
      </dsp:nvSpPr>
      <dsp:spPr>
        <a:xfrm>
          <a:off x="4673072" y="3736972"/>
          <a:ext cx="1779054" cy="1067432"/>
        </a:xfrm>
        <a:prstGeom prst="rect">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The two tables are connected using </a:t>
          </a:r>
          <a:r>
            <a:rPr lang="en-US" sz="1200" b="1" kern="1200" dirty="0"/>
            <a:t>Country ID</a:t>
          </a:r>
          <a:r>
            <a:rPr lang="en-US" sz="1200" kern="1200" dirty="0"/>
            <a:t>, allowing vaccination records to be linked to the correct country.</a:t>
          </a:r>
        </a:p>
      </dsp:txBody>
      <dsp:txXfrm>
        <a:off x="4673072" y="3736972"/>
        <a:ext cx="1779054" cy="106743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5CD35D-5208-4E3E-A789-F9F7E51D6FB3}">
      <dsp:nvSpPr>
        <dsp:cNvPr id="0" name=""/>
        <dsp:cNvSpPr/>
      </dsp:nvSpPr>
      <dsp:spPr>
        <a:xfrm>
          <a:off x="1474645" y="911104"/>
          <a:ext cx="307152" cy="91440"/>
        </a:xfrm>
        <a:custGeom>
          <a:avLst/>
          <a:gdLst/>
          <a:ahLst/>
          <a:cxnLst/>
          <a:rect l="0" t="0" r="0" b="0"/>
          <a:pathLst>
            <a:path>
              <a:moveTo>
                <a:pt x="0" y="45720"/>
              </a:moveTo>
              <a:lnTo>
                <a:pt x="307152" y="45720"/>
              </a:lnTo>
            </a:path>
          </a:pathLst>
        </a:custGeom>
        <a:noFill/>
        <a:ln w="1270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619777" y="955135"/>
        <a:ext cx="16887" cy="3377"/>
      </dsp:txXfrm>
    </dsp:sp>
    <dsp:sp modelId="{8A2E1BD6-0D8D-4F7A-B52A-24D2175AEBB1}">
      <dsp:nvSpPr>
        <dsp:cNvPr id="0" name=""/>
        <dsp:cNvSpPr/>
      </dsp:nvSpPr>
      <dsp:spPr>
        <a:xfrm>
          <a:off x="7958" y="516278"/>
          <a:ext cx="1468487" cy="881092"/>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957" tIns="75532" rIns="71957" bIns="75532" numCol="1" spcCol="1270" anchor="ctr" anchorCtr="0">
          <a:noAutofit/>
        </a:bodyPr>
        <a:lstStyle/>
        <a:p>
          <a:pPr marL="0" lvl="0" indent="0" algn="ctr" defTabSz="755650">
            <a:lnSpc>
              <a:spcPct val="90000"/>
            </a:lnSpc>
            <a:spcBef>
              <a:spcPct val="0"/>
            </a:spcBef>
            <a:spcAft>
              <a:spcPct val="35000"/>
            </a:spcAft>
            <a:buNone/>
          </a:pPr>
          <a:r>
            <a:rPr lang="en-US" sz="1700" b="1" kern="1200"/>
            <a:t>SQL Techniques Used</a:t>
          </a:r>
          <a:endParaRPr lang="en-US" sz="1700" kern="1200"/>
        </a:p>
      </dsp:txBody>
      <dsp:txXfrm>
        <a:off x="7958" y="516278"/>
        <a:ext cx="1468487" cy="881092"/>
      </dsp:txXfrm>
    </dsp:sp>
    <dsp:sp modelId="{0ABCC490-657A-465B-960D-53137DA31B3E}">
      <dsp:nvSpPr>
        <dsp:cNvPr id="0" name=""/>
        <dsp:cNvSpPr/>
      </dsp:nvSpPr>
      <dsp:spPr>
        <a:xfrm>
          <a:off x="3280884" y="911104"/>
          <a:ext cx="307152" cy="91440"/>
        </a:xfrm>
        <a:custGeom>
          <a:avLst/>
          <a:gdLst/>
          <a:ahLst/>
          <a:cxnLst/>
          <a:rect l="0" t="0" r="0" b="0"/>
          <a:pathLst>
            <a:path>
              <a:moveTo>
                <a:pt x="0" y="45720"/>
              </a:moveTo>
              <a:lnTo>
                <a:pt x="307152" y="45720"/>
              </a:lnTo>
            </a:path>
          </a:pathLst>
        </a:custGeom>
        <a:noFill/>
        <a:ln w="1270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426017" y="955135"/>
        <a:ext cx="16887" cy="3377"/>
      </dsp:txXfrm>
    </dsp:sp>
    <dsp:sp modelId="{256EC753-4308-4D5D-AD11-801B0AF71232}">
      <dsp:nvSpPr>
        <dsp:cNvPr id="0" name=""/>
        <dsp:cNvSpPr/>
      </dsp:nvSpPr>
      <dsp:spPr>
        <a:xfrm>
          <a:off x="1814197" y="516278"/>
          <a:ext cx="1468487" cy="881092"/>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957" tIns="75532" rIns="71957" bIns="75532" numCol="1" spcCol="1270" anchor="ctr" anchorCtr="0">
          <a:noAutofit/>
        </a:bodyPr>
        <a:lstStyle/>
        <a:p>
          <a:pPr marL="0" lvl="0" indent="0" algn="ctr" defTabSz="755650">
            <a:lnSpc>
              <a:spcPct val="90000"/>
            </a:lnSpc>
            <a:spcBef>
              <a:spcPct val="0"/>
            </a:spcBef>
            <a:spcAft>
              <a:spcPct val="35000"/>
            </a:spcAft>
            <a:buNone/>
          </a:pPr>
          <a:r>
            <a:rPr lang="en-US" sz="1700" kern="1200"/>
            <a:t>SELECT </a:t>
          </a:r>
        </a:p>
      </dsp:txBody>
      <dsp:txXfrm>
        <a:off x="1814197" y="516278"/>
        <a:ext cx="1468487" cy="881092"/>
      </dsp:txXfrm>
    </dsp:sp>
    <dsp:sp modelId="{2FAFF0E4-8433-4EDB-AA92-413BABE1B142}">
      <dsp:nvSpPr>
        <dsp:cNvPr id="0" name=""/>
        <dsp:cNvSpPr/>
      </dsp:nvSpPr>
      <dsp:spPr>
        <a:xfrm>
          <a:off x="5087123" y="911104"/>
          <a:ext cx="307152" cy="91440"/>
        </a:xfrm>
        <a:custGeom>
          <a:avLst/>
          <a:gdLst/>
          <a:ahLst/>
          <a:cxnLst/>
          <a:rect l="0" t="0" r="0" b="0"/>
          <a:pathLst>
            <a:path>
              <a:moveTo>
                <a:pt x="0" y="45720"/>
              </a:moveTo>
              <a:lnTo>
                <a:pt x="307152" y="45720"/>
              </a:lnTo>
            </a:path>
          </a:pathLst>
        </a:custGeom>
        <a:noFill/>
        <a:ln w="12700" cap="flat" cmpd="sng" algn="ctr">
          <a:solidFill>
            <a:schemeClr val="accent4">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232256" y="955135"/>
        <a:ext cx="16887" cy="3377"/>
      </dsp:txXfrm>
    </dsp:sp>
    <dsp:sp modelId="{E8FE2846-2F0E-4E88-8477-DCC23D730422}">
      <dsp:nvSpPr>
        <dsp:cNvPr id="0" name=""/>
        <dsp:cNvSpPr/>
      </dsp:nvSpPr>
      <dsp:spPr>
        <a:xfrm>
          <a:off x="3620436" y="516278"/>
          <a:ext cx="1468487" cy="881092"/>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957" tIns="75532" rIns="71957" bIns="75532" numCol="1" spcCol="1270" anchor="ctr" anchorCtr="0">
          <a:noAutofit/>
        </a:bodyPr>
        <a:lstStyle/>
        <a:p>
          <a:pPr marL="0" lvl="0" indent="0" algn="ctr" defTabSz="755650">
            <a:lnSpc>
              <a:spcPct val="90000"/>
            </a:lnSpc>
            <a:spcBef>
              <a:spcPct val="0"/>
            </a:spcBef>
            <a:spcAft>
              <a:spcPct val="35000"/>
            </a:spcAft>
            <a:buNone/>
          </a:pPr>
          <a:r>
            <a:rPr lang="en-US" sz="1700" kern="1200"/>
            <a:t>WHERE </a:t>
          </a:r>
        </a:p>
      </dsp:txBody>
      <dsp:txXfrm>
        <a:off x="3620436" y="516278"/>
        <a:ext cx="1468487" cy="881092"/>
      </dsp:txXfrm>
    </dsp:sp>
    <dsp:sp modelId="{B52188FD-0936-4007-9F8F-65DCDD951FB5}">
      <dsp:nvSpPr>
        <dsp:cNvPr id="0" name=""/>
        <dsp:cNvSpPr/>
      </dsp:nvSpPr>
      <dsp:spPr>
        <a:xfrm>
          <a:off x="6893363" y="911104"/>
          <a:ext cx="307152" cy="91440"/>
        </a:xfrm>
        <a:custGeom>
          <a:avLst/>
          <a:gdLst/>
          <a:ahLst/>
          <a:cxnLst/>
          <a:rect l="0" t="0" r="0" b="0"/>
          <a:pathLst>
            <a:path>
              <a:moveTo>
                <a:pt x="0" y="45720"/>
              </a:moveTo>
              <a:lnTo>
                <a:pt x="307152" y="45720"/>
              </a:lnTo>
            </a:path>
          </a:pathLst>
        </a:custGeom>
        <a:noFill/>
        <a:ln w="12700" cap="flat" cmpd="sng" algn="ctr">
          <a:solidFill>
            <a:schemeClr val="accent5">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038495" y="955135"/>
        <a:ext cx="16887" cy="3377"/>
      </dsp:txXfrm>
    </dsp:sp>
    <dsp:sp modelId="{7E5A7098-658F-4ACF-B23A-358BB962BC33}">
      <dsp:nvSpPr>
        <dsp:cNvPr id="0" name=""/>
        <dsp:cNvSpPr/>
      </dsp:nvSpPr>
      <dsp:spPr>
        <a:xfrm>
          <a:off x="5426676" y="516278"/>
          <a:ext cx="1468487" cy="881092"/>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957" tIns="75532" rIns="71957" bIns="75532" numCol="1" spcCol="1270" anchor="ctr" anchorCtr="0">
          <a:noAutofit/>
        </a:bodyPr>
        <a:lstStyle/>
        <a:p>
          <a:pPr marL="0" lvl="0" indent="0" algn="ctr" defTabSz="755650">
            <a:lnSpc>
              <a:spcPct val="90000"/>
            </a:lnSpc>
            <a:spcBef>
              <a:spcPct val="0"/>
            </a:spcBef>
            <a:spcAft>
              <a:spcPct val="35000"/>
            </a:spcAft>
            <a:buNone/>
          </a:pPr>
          <a:r>
            <a:rPr lang="en-US" sz="1700" kern="1200"/>
            <a:t>INNER JOIN </a:t>
          </a:r>
        </a:p>
      </dsp:txBody>
      <dsp:txXfrm>
        <a:off x="5426676" y="516278"/>
        <a:ext cx="1468487" cy="881092"/>
      </dsp:txXfrm>
    </dsp:sp>
    <dsp:sp modelId="{94F44C3F-C159-412F-87CD-B7AA349104C8}">
      <dsp:nvSpPr>
        <dsp:cNvPr id="0" name=""/>
        <dsp:cNvSpPr/>
      </dsp:nvSpPr>
      <dsp:spPr>
        <a:xfrm>
          <a:off x="8699602" y="911104"/>
          <a:ext cx="307152" cy="91440"/>
        </a:xfrm>
        <a:custGeom>
          <a:avLst/>
          <a:gdLst/>
          <a:ahLst/>
          <a:cxnLst/>
          <a:rect l="0" t="0" r="0" b="0"/>
          <a:pathLst>
            <a:path>
              <a:moveTo>
                <a:pt x="0" y="45720"/>
              </a:moveTo>
              <a:lnTo>
                <a:pt x="307152" y="45720"/>
              </a:lnTo>
            </a:path>
          </a:pathLst>
        </a:custGeom>
        <a:noFill/>
        <a:ln w="12700" cap="flat" cmpd="sng" algn="ctr">
          <a:solidFill>
            <a:schemeClr val="accent6">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8844734" y="955135"/>
        <a:ext cx="16887" cy="3377"/>
      </dsp:txXfrm>
    </dsp:sp>
    <dsp:sp modelId="{86D97586-87BB-4253-96FE-95A36E8091DB}">
      <dsp:nvSpPr>
        <dsp:cNvPr id="0" name=""/>
        <dsp:cNvSpPr/>
      </dsp:nvSpPr>
      <dsp:spPr>
        <a:xfrm>
          <a:off x="7232915" y="516278"/>
          <a:ext cx="1468487" cy="881092"/>
        </a:xfrm>
        <a:prstGeom prst="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957" tIns="75532" rIns="71957" bIns="75532" numCol="1" spcCol="1270" anchor="ctr" anchorCtr="0">
          <a:noAutofit/>
        </a:bodyPr>
        <a:lstStyle/>
        <a:p>
          <a:pPr marL="0" lvl="0" indent="0" algn="ctr" defTabSz="755650">
            <a:lnSpc>
              <a:spcPct val="90000"/>
            </a:lnSpc>
            <a:spcBef>
              <a:spcPct val="0"/>
            </a:spcBef>
            <a:spcAft>
              <a:spcPct val="35000"/>
            </a:spcAft>
            <a:buNone/>
          </a:pPr>
          <a:r>
            <a:rPr lang="en-US" sz="1700" kern="1200"/>
            <a:t>GROUP BY </a:t>
          </a:r>
        </a:p>
      </dsp:txBody>
      <dsp:txXfrm>
        <a:off x="7232915" y="516278"/>
        <a:ext cx="1468487" cy="881092"/>
      </dsp:txXfrm>
    </dsp:sp>
    <dsp:sp modelId="{ACA41784-4078-445D-83C4-BB39F661AC45}">
      <dsp:nvSpPr>
        <dsp:cNvPr id="0" name=""/>
        <dsp:cNvSpPr/>
      </dsp:nvSpPr>
      <dsp:spPr>
        <a:xfrm>
          <a:off x="742202" y="1395570"/>
          <a:ext cx="9031195" cy="307152"/>
        </a:xfrm>
        <a:custGeom>
          <a:avLst/>
          <a:gdLst/>
          <a:ahLst/>
          <a:cxnLst/>
          <a:rect l="0" t="0" r="0" b="0"/>
          <a:pathLst>
            <a:path>
              <a:moveTo>
                <a:pt x="9031195" y="0"/>
              </a:moveTo>
              <a:lnTo>
                <a:pt x="9031195" y="170676"/>
              </a:lnTo>
              <a:lnTo>
                <a:pt x="0" y="170676"/>
              </a:lnTo>
              <a:lnTo>
                <a:pt x="0" y="307152"/>
              </a:lnTo>
            </a:path>
          </a:pathLst>
        </a:custGeom>
        <a:noFill/>
        <a:ln w="1270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031862" y="1547458"/>
        <a:ext cx="451875" cy="3377"/>
      </dsp:txXfrm>
    </dsp:sp>
    <dsp:sp modelId="{CCE77F88-D494-47F2-A124-027D93467C90}">
      <dsp:nvSpPr>
        <dsp:cNvPr id="0" name=""/>
        <dsp:cNvSpPr/>
      </dsp:nvSpPr>
      <dsp:spPr>
        <a:xfrm>
          <a:off x="9039154" y="516278"/>
          <a:ext cx="1468487" cy="881092"/>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957" tIns="75532" rIns="71957" bIns="75532" numCol="1" spcCol="1270" anchor="ctr" anchorCtr="0">
          <a:noAutofit/>
        </a:bodyPr>
        <a:lstStyle/>
        <a:p>
          <a:pPr marL="0" lvl="0" indent="0" algn="ctr" defTabSz="755650">
            <a:lnSpc>
              <a:spcPct val="90000"/>
            </a:lnSpc>
            <a:spcBef>
              <a:spcPct val="0"/>
            </a:spcBef>
            <a:spcAft>
              <a:spcPct val="35000"/>
            </a:spcAft>
            <a:buNone/>
          </a:pPr>
          <a:r>
            <a:rPr lang="en-US" sz="1700" kern="1200"/>
            <a:t>SUM() </a:t>
          </a:r>
        </a:p>
      </dsp:txBody>
      <dsp:txXfrm>
        <a:off x="9039154" y="516278"/>
        <a:ext cx="1468487" cy="881092"/>
      </dsp:txXfrm>
    </dsp:sp>
    <dsp:sp modelId="{C79825B4-8E7F-483E-A280-91A3CC18FF1D}">
      <dsp:nvSpPr>
        <dsp:cNvPr id="0" name=""/>
        <dsp:cNvSpPr/>
      </dsp:nvSpPr>
      <dsp:spPr>
        <a:xfrm>
          <a:off x="1474645" y="2129949"/>
          <a:ext cx="307152" cy="91440"/>
        </a:xfrm>
        <a:custGeom>
          <a:avLst/>
          <a:gdLst/>
          <a:ahLst/>
          <a:cxnLst/>
          <a:rect l="0" t="0" r="0" b="0"/>
          <a:pathLst>
            <a:path>
              <a:moveTo>
                <a:pt x="0" y="45720"/>
              </a:moveTo>
              <a:lnTo>
                <a:pt x="307152" y="45720"/>
              </a:lnTo>
            </a:path>
          </a:pathLst>
        </a:custGeom>
        <a:noFill/>
        <a:ln w="1270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619777" y="2173980"/>
        <a:ext cx="16887" cy="3377"/>
      </dsp:txXfrm>
    </dsp:sp>
    <dsp:sp modelId="{F03AB4F7-82DD-483F-A2F4-6CFAA60C6A1F}">
      <dsp:nvSpPr>
        <dsp:cNvPr id="0" name=""/>
        <dsp:cNvSpPr/>
      </dsp:nvSpPr>
      <dsp:spPr>
        <a:xfrm>
          <a:off x="7958" y="1735122"/>
          <a:ext cx="1468487" cy="881092"/>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957" tIns="75532" rIns="71957" bIns="75532" numCol="1" spcCol="1270" anchor="ctr" anchorCtr="0">
          <a:noAutofit/>
        </a:bodyPr>
        <a:lstStyle/>
        <a:p>
          <a:pPr marL="0" lvl="0" indent="0" algn="ctr" defTabSz="755650">
            <a:lnSpc>
              <a:spcPct val="90000"/>
            </a:lnSpc>
            <a:spcBef>
              <a:spcPct val="0"/>
            </a:spcBef>
            <a:spcAft>
              <a:spcPct val="35000"/>
            </a:spcAft>
            <a:buNone/>
          </a:pPr>
          <a:r>
            <a:rPr lang="en-US" sz="1700" kern="1200"/>
            <a:t>AVG() </a:t>
          </a:r>
        </a:p>
      </dsp:txBody>
      <dsp:txXfrm>
        <a:off x="7958" y="1735122"/>
        <a:ext cx="1468487" cy="881092"/>
      </dsp:txXfrm>
    </dsp:sp>
    <dsp:sp modelId="{199BB7B7-0DED-43D3-910D-75545CD64536}">
      <dsp:nvSpPr>
        <dsp:cNvPr id="0" name=""/>
        <dsp:cNvSpPr/>
      </dsp:nvSpPr>
      <dsp:spPr>
        <a:xfrm>
          <a:off x="3280884" y="2129949"/>
          <a:ext cx="307152" cy="91440"/>
        </a:xfrm>
        <a:custGeom>
          <a:avLst/>
          <a:gdLst/>
          <a:ahLst/>
          <a:cxnLst/>
          <a:rect l="0" t="0" r="0" b="0"/>
          <a:pathLst>
            <a:path>
              <a:moveTo>
                <a:pt x="0" y="45720"/>
              </a:moveTo>
              <a:lnTo>
                <a:pt x="307152" y="45720"/>
              </a:lnTo>
            </a:path>
          </a:pathLst>
        </a:custGeom>
        <a:noFill/>
        <a:ln w="12700" cap="flat" cmpd="sng" algn="ctr">
          <a:solidFill>
            <a:schemeClr val="accent4">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426017" y="2173980"/>
        <a:ext cx="16887" cy="3377"/>
      </dsp:txXfrm>
    </dsp:sp>
    <dsp:sp modelId="{BABE0E74-0021-426C-9C79-BD90FB16E7B6}">
      <dsp:nvSpPr>
        <dsp:cNvPr id="0" name=""/>
        <dsp:cNvSpPr/>
      </dsp:nvSpPr>
      <dsp:spPr>
        <a:xfrm>
          <a:off x="1814197" y="1735122"/>
          <a:ext cx="1468487" cy="881092"/>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957" tIns="75532" rIns="71957" bIns="75532" numCol="1" spcCol="1270" anchor="ctr" anchorCtr="0">
          <a:noAutofit/>
        </a:bodyPr>
        <a:lstStyle/>
        <a:p>
          <a:pPr marL="0" lvl="0" indent="0" algn="ctr" defTabSz="755650">
            <a:lnSpc>
              <a:spcPct val="90000"/>
            </a:lnSpc>
            <a:spcBef>
              <a:spcPct val="0"/>
            </a:spcBef>
            <a:spcAft>
              <a:spcPct val="35000"/>
            </a:spcAft>
            <a:buNone/>
          </a:pPr>
          <a:r>
            <a:rPr lang="en-US" sz="1700" kern="1200"/>
            <a:t>HAVING </a:t>
          </a:r>
        </a:p>
      </dsp:txBody>
      <dsp:txXfrm>
        <a:off x="1814197" y="1735122"/>
        <a:ext cx="1468487" cy="881092"/>
      </dsp:txXfrm>
    </dsp:sp>
    <dsp:sp modelId="{2FCD9B25-B1FF-4698-B08C-7899F0BC3329}">
      <dsp:nvSpPr>
        <dsp:cNvPr id="0" name=""/>
        <dsp:cNvSpPr/>
      </dsp:nvSpPr>
      <dsp:spPr>
        <a:xfrm>
          <a:off x="5087123" y="2129949"/>
          <a:ext cx="307152" cy="91440"/>
        </a:xfrm>
        <a:custGeom>
          <a:avLst/>
          <a:gdLst/>
          <a:ahLst/>
          <a:cxnLst/>
          <a:rect l="0" t="0" r="0" b="0"/>
          <a:pathLst>
            <a:path>
              <a:moveTo>
                <a:pt x="0" y="45720"/>
              </a:moveTo>
              <a:lnTo>
                <a:pt x="307152" y="45720"/>
              </a:lnTo>
            </a:path>
          </a:pathLst>
        </a:custGeom>
        <a:noFill/>
        <a:ln w="12700" cap="flat" cmpd="sng" algn="ctr">
          <a:solidFill>
            <a:schemeClr val="accent5">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232256" y="2173980"/>
        <a:ext cx="16887" cy="3377"/>
      </dsp:txXfrm>
    </dsp:sp>
    <dsp:sp modelId="{F59FEA8A-2FA3-4793-A2F0-83478C273683}">
      <dsp:nvSpPr>
        <dsp:cNvPr id="0" name=""/>
        <dsp:cNvSpPr/>
      </dsp:nvSpPr>
      <dsp:spPr>
        <a:xfrm>
          <a:off x="3620436" y="1735122"/>
          <a:ext cx="1468487" cy="881092"/>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957" tIns="75532" rIns="71957" bIns="75532" numCol="1" spcCol="1270" anchor="ctr" anchorCtr="0">
          <a:noAutofit/>
        </a:bodyPr>
        <a:lstStyle/>
        <a:p>
          <a:pPr marL="0" lvl="0" indent="0" algn="ctr" defTabSz="755650">
            <a:lnSpc>
              <a:spcPct val="90000"/>
            </a:lnSpc>
            <a:spcBef>
              <a:spcPct val="0"/>
            </a:spcBef>
            <a:spcAft>
              <a:spcPct val="35000"/>
            </a:spcAft>
            <a:buNone/>
          </a:pPr>
          <a:r>
            <a:rPr lang="en-US" sz="1700" kern="1200"/>
            <a:t>ORDER BY </a:t>
          </a:r>
        </a:p>
      </dsp:txBody>
      <dsp:txXfrm>
        <a:off x="3620436" y="1735122"/>
        <a:ext cx="1468487" cy="881092"/>
      </dsp:txXfrm>
    </dsp:sp>
    <dsp:sp modelId="{FF775011-827F-46C1-9B6D-DE455CEEF662}">
      <dsp:nvSpPr>
        <dsp:cNvPr id="0" name=""/>
        <dsp:cNvSpPr/>
      </dsp:nvSpPr>
      <dsp:spPr>
        <a:xfrm>
          <a:off x="6893363" y="2129949"/>
          <a:ext cx="307152" cy="91440"/>
        </a:xfrm>
        <a:custGeom>
          <a:avLst/>
          <a:gdLst/>
          <a:ahLst/>
          <a:cxnLst/>
          <a:rect l="0" t="0" r="0" b="0"/>
          <a:pathLst>
            <a:path>
              <a:moveTo>
                <a:pt x="0" y="45720"/>
              </a:moveTo>
              <a:lnTo>
                <a:pt x="307152" y="45720"/>
              </a:lnTo>
            </a:path>
          </a:pathLst>
        </a:custGeom>
        <a:noFill/>
        <a:ln w="12700" cap="flat" cmpd="sng" algn="ctr">
          <a:solidFill>
            <a:schemeClr val="accent6">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038495" y="2173980"/>
        <a:ext cx="16887" cy="3377"/>
      </dsp:txXfrm>
    </dsp:sp>
    <dsp:sp modelId="{A70FD173-FBC8-40AC-BD1C-6007045F67E5}">
      <dsp:nvSpPr>
        <dsp:cNvPr id="0" name=""/>
        <dsp:cNvSpPr/>
      </dsp:nvSpPr>
      <dsp:spPr>
        <a:xfrm>
          <a:off x="5426676" y="1735122"/>
          <a:ext cx="1468487" cy="881092"/>
        </a:xfrm>
        <a:prstGeom prst="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957" tIns="75532" rIns="71957" bIns="75532" numCol="1" spcCol="1270" anchor="ctr" anchorCtr="0">
          <a:noAutofit/>
        </a:bodyPr>
        <a:lstStyle/>
        <a:p>
          <a:pPr marL="0" lvl="0" indent="0" algn="ctr" defTabSz="755650">
            <a:lnSpc>
              <a:spcPct val="90000"/>
            </a:lnSpc>
            <a:spcBef>
              <a:spcPct val="0"/>
            </a:spcBef>
            <a:spcAft>
              <a:spcPct val="35000"/>
            </a:spcAft>
            <a:buNone/>
          </a:pPr>
          <a:r>
            <a:rPr lang="en-US" sz="1700" kern="1200"/>
            <a:t>LIMIT </a:t>
          </a:r>
        </a:p>
      </dsp:txBody>
      <dsp:txXfrm>
        <a:off x="5426676" y="1735122"/>
        <a:ext cx="1468487" cy="881092"/>
      </dsp:txXfrm>
    </dsp:sp>
    <dsp:sp modelId="{96F1ED23-F99F-4370-A324-B4E83428373B}">
      <dsp:nvSpPr>
        <dsp:cNvPr id="0" name=""/>
        <dsp:cNvSpPr/>
      </dsp:nvSpPr>
      <dsp:spPr>
        <a:xfrm>
          <a:off x="8699602" y="2129949"/>
          <a:ext cx="307152" cy="91440"/>
        </a:xfrm>
        <a:custGeom>
          <a:avLst/>
          <a:gdLst/>
          <a:ahLst/>
          <a:cxnLst/>
          <a:rect l="0" t="0" r="0" b="0"/>
          <a:pathLst>
            <a:path>
              <a:moveTo>
                <a:pt x="0" y="45720"/>
              </a:moveTo>
              <a:lnTo>
                <a:pt x="307152" y="45720"/>
              </a:lnTo>
            </a:path>
          </a:pathLst>
        </a:custGeom>
        <a:noFill/>
        <a:ln w="1270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8844734" y="2173980"/>
        <a:ext cx="16887" cy="3377"/>
      </dsp:txXfrm>
    </dsp:sp>
    <dsp:sp modelId="{1A7EE04F-5B21-4528-8D31-618F28FCD86D}">
      <dsp:nvSpPr>
        <dsp:cNvPr id="0" name=""/>
        <dsp:cNvSpPr/>
      </dsp:nvSpPr>
      <dsp:spPr>
        <a:xfrm>
          <a:off x="7232915" y="1735122"/>
          <a:ext cx="1468487" cy="881092"/>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957" tIns="75532" rIns="71957" bIns="75532" numCol="1" spcCol="1270" anchor="ctr" anchorCtr="0">
          <a:noAutofit/>
        </a:bodyPr>
        <a:lstStyle/>
        <a:p>
          <a:pPr marL="0" lvl="0" indent="0" algn="ctr" defTabSz="755650">
            <a:lnSpc>
              <a:spcPct val="90000"/>
            </a:lnSpc>
            <a:spcBef>
              <a:spcPct val="0"/>
            </a:spcBef>
            <a:spcAft>
              <a:spcPct val="35000"/>
            </a:spcAft>
            <a:buNone/>
          </a:pPr>
          <a:r>
            <a:rPr lang="en-US" sz="1700" b="1" kern="1200"/>
            <a:t>Skills Developed</a:t>
          </a:r>
          <a:endParaRPr lang="en-US" sz="1700" kern="1200"/>
        </a:p>
      </dsp:txBody>
      <dsp:txXfrm>
        <a:off x="7232915" y="1735122"/>
        <a:ext cx="1468487" cy="881092"/>
      </dsp:txXfrm>
    </dsp:sp>
    <dsp:sp modelId="{58F1D11E-E9BB-4FE4-B455-7D4A7F0F67A7}">
      <dsp:nvSpPr>
        <dsp:cNvPr id="0" name=""/>
        <dsp:cNvSpPr/>
      </dsp:nvSpPr>
      <dsp:spPr>
        <a:xfrm>
          <a:off x="742202" y="2614415"/>
          <a:ext cx="9031195" cy="307152"/>
        </a:xfrm>
        <a:custGeom>
          <a:avLst/>
          <a:gdLst/>
          <a:ahLst/>
          <a:cxnLst/>
          <a:rect l="0" t="0" r="0" b="0"/>
          <a:pathLst>
            <a:path>
              <a:moveTo>
                <a:pt x="9031195" y="0"/>
              </a:moveTo>
              <a:lnTo>
                <a:pt x="9031195" y="170676"/>
              </a:lnTo>
              <a:lnTo>
                <a:pt x="0" y="170676"/>
              </a:lnTo>
              <a:lnTo>
                <a:pt x="0" y="307152"/>
              </a:lnTo>
            </a:path>
          </a:pathLst>
        </a:custGeom>
        <a:noFill/>
        <a:ln w="1270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031862" y="2766302"/>
        <a:ext cx="451875" cy="3377"/>
      </dsp:txXfrm>
    </dsp:sp>
    <dsp:sp modelId="{F25CD2E5-5DF0-45E7-A83D-5B7BFDD914B9}">
      <dsp:nvSpPr>
        <dsp:cNvPr id="0" name=""/>
        <dsp:cNvSpPr/>
      </dsp:nvSpPr>
      <dsp:spPr>
        <a:xfrm>
          <a:off x="9039154" y="1735122"/>
          <a:ext cx="1468487" cy="881092"/>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957" tIns="75532" rIns="71957" bIns="75532" numCol="1" spcCol="1270" anchor="ctr" anchorCtr="0">
          <a:noAutofit/>
        </a:bodyPr>
        <a:lstStyle/>
        <a:p>
          <a:pPr marL="0" lvl="0" indent="0" algn="ctr" defTabSz="755650">
            <a:lnSpc>
              <a:spcPct val="90000"/>
            </a:lnSpc>
            <a:spcBef>
              <a:spcPct val="0"/>
            </a:spcBef>
            <a:spcAft>
              <a:spcPct val="35000"/>
            </a:spcAft>
            <a:buNone/>
          </a:pPr>
          <a:r>
            <a:rPr lang="en-US" sz="1700" kern="1200"/>
            <a:t>Data retrieval </a:t>
          </a:r>
        </a:p>
      </dsp:txBody>
      <dsp:txXfrm>
        <a:off x="9039154" y="1735122"/>
        <a:ext cx="1468487" cy="881092"/>
      </dsp:txXfrm>
    </dsp:sp>
    <dsp:sp modelId="{4806847B-65DC-4F54-993D-F4A3396B086D}">
      <dsp:nvSpPr>
        <dsp:cNvPr id="0" name=""/>
        <dsp:cNvSpPr/>
      </dsp:nvSpPr>
      <dsp:spPr>
        <a:xfrm>
          <a:off x="1474645" y="3348793"/>
          <a:ext cx="307152" cy="91440"/>
        </a:xfrm>
        <a:custGeom>
          <a:avLst/>
          <a:gdLst/>
          <a:ahLst/>
          <a:cxnLst/>
          <a:rect l="0" t="0" r="0" b="0"/>
          <a:pathLst>
            <a:path>
              <a:moveTo>
                <a:pt x="0" y="45720"/>
              </a:moveTo>
              <a:lnTo>
                <a:pt x="307152" y="45720"/>
              </a:lnTo>
            </a:path>
          </a:pathLst>
        </a:custGeom>
        <a:noFill/>
        <a:ln w="12700" cap="flat" cmpd="sng" algn="ctr">
          <a:solidFill>
            <a:schemeClr val="accent4">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619777" y="3392824"/>
        <a:ext cx="16887" cy="3377"/>
      </dsp:txXfrm>
    </dsp:sp>
    <dsp:sp modelId="{75041486-B9B3-46AF-8880-57207C024A86}">
      <dsp:nvSpPr>
        <dsp:cNvPr id="0" name=""/>
        <dsp:cNvSpPr/>
      </dsp:nvSpPr>
      <dsp:spPr>
        <a:xfrm>
          <a:off x="7958" y="2953967"/>
          <a:ext cx="1468487" cy="881092"/>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957" tIns="75532" rIns="71957" bIns="75532" numCol="1" spcCol="1270" anchor="ctr" anchorCtr="0">
          <a:noAutofit/>
        </a:bodyPr>
        <a:lstStyle/>
        <a:p>
          <a:pPr marL="0" lvl="0" indent="0" algn="ctr" defTabSz="755650">
            <a:lnSpc>
              <a:spcPct val="90000"/>
            </a:lnSpc>
            <a:spcBef>
              <a:spcPct val="0"/>
            </a:spcBef>
            <a:spcAft>
              <a:spcPct val="35000"/>
            </a:spcAft>
            <a:buNone/>
          </a:pPr>
          <a:r>
            <a:rPr lang="en-US" sz="1700" kern="1200"/>
            <a:t>Data aggregation </a:t>
          </a:r>
        </a:p>
      </dsp:txBody>
      <dsp:txXfrm>
        <a:off x="7958" y="2953967"/>
        <a:ext cx="1468487" cy="881092"/>
      </dsp:txXfrm>
    </dsp:sp>
    <dsp:sp modelId="{4798E0D1-7E40-420A-89B9-9F9E89D9B711}">
      <dsp:nvSpPr>
        <dsp:cNvPr id="0" name=""/>
        <dsp:cNvSpPr/>
      </dsp:nvSpPr>
      <dsp:spPr>
        <a:xfrm>
          <a:off x="3280884" y="3348793"/>
          <a:ext cx="307152" cy="91440"/>
        </a:xfrm>
        <a:custGeom>
          <a:avLst/>
          <a:gdLst/>
          <a:ahLst/>
          <a:cxnLst/>
          <a:rect l="0" t="0" r="0" b="0"/>
          <a:pathLst>
            <a:path>
              <a:moveTo>
                <a:pt x="0" y="45720"/>
              </a:moveTo>
              <a:lnTo>
                <a:pt x="307152" y="45720"/>
              </a:lnTo>
            </a:path>
          </a:pathLst>
        </a:custGeom>
        <a:noFill/>
        <a:ln w="12700" cap="flat" cmpd="sng" algn="ctr">
          <a:solidFill>
            <a:schemeClr val="accent5">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426017" y="3392824"/>
        <a:ext cx="16887" cy="3377"/>
      </dsp:txXfrm>
    </dsp:sp>
    <dsp:sp modelId="{3AC13347-CF8E-4CAF-B92F-6BB3CB8AB690}">
      <dsp:nvSpPr>
        <dsp:cNvPr id="0" name=""/>
        <dsp:cNvSpPr/>
      </dsp:nvSpPr>
      <dsp:spPr>
        <a:xfrm>
          <a:off x="1814197" y="2953967"/>
          <a:ext cx="1468487" cy="881092"/>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957" tIns="75532" rIns="71957" bIns="75532" numCol="1" spcCol="1270" anchor="ctr" anchorCtr="0">
          <a:noAutofit/>
        </a:bodyPr>
        <a:lstStyle/>
        <a:p>
          <a:pPr marL="0" lvl="0" indent="0" algn="ctr" defTabSz="755650">
            <a:lnSpc>
              <a:spcPct val="90000"/>
            </a:lnSpc>
            <a:spcBef>
              <a:spcPct val="0"/>
            </a:spcBef>
            <a:spcAft>
              <a:spcPct val="35000"/>
            </a:spcAft>
            <a:buNone/>
          </a:pPr>
          <a:r>
            <a:rPr lang="en-US" sz="1700" kern="1200"/>
            <a:t>Table relationships </a:t>
          </a:r>
        </a:p>
      </dsp:txBody>
      <dsp:txXfrm>
        <a:off x="1814197" y="2953967"/>
        <a:ext cx="1468487" cy="881092"/>
      </dsp:txXfrm>
    </dsp:sp>
    <dsp:sp modelId="{6DD7F76E-CE96-482F-A1C0-AAC1D422A7F0}">
      <dsp:nvSpPr>
        <dsp:cNvPr id="0" name=""/>
        <dsp:cNvSpPr/>
      </dsp:nvSpPr>
      <dsp:spPr>
        <a:xfrm>
          <a:off x="5087123" y="3348793"/>
          <a:ext cx="307152" cy="91440"/>
        </a:xfrm>
        <a:custGeom>
          <a:avLst/>
          <a:gdLst/>
          <a:ahLst/>
          <a:cxnLst/>
          <a:rect l="0" t="0" r="0" b="0"/>
          <a:pathLst>
            <a:path>
              <a:moveTo>
                <a:pt x="0" y="45720"/>
              </a:moveTo>
              <a:lnTo>
                <a:pt x="307152" y="45720"/>
              </a:lnTo>
            </a:path>
          </a:pathLst>
        </a:custGeom>
        <a:noFill/>
        <a:ln w="12700" cap="flat" cmpd="sng" algn="ctr">
          <a:solidFill>
            <a:schemeClr val="accent6">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232256" y="3392824"/>
        <a:ext cx="16887" cy="3377"/>
      </dsp:txXfrm>
    </dsp:sp>
    <dsp:sp modelId="{9D331971-6B31-4A1D-8E7F-3D216C739F6F}">
      <dsp:nvSpPr>
        <dsp:cNvPr id="0" name=""/>
        <dsp:cNvSpPr/>
      </dsp:nvSpPr>
      <dsp:spPr>
        <a:xfrm>
          <a:off x="3620436" y="2953967"/>
          <a:ext cx="1468487" cy="881092"/>
        </a:xfrm>
        <a:prstGeom prst="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957" tIns="75532" rIns="71957" bIns="75532" numCol="1" spcCol="1270" anchor="ctr" anchorCtr="0">
          <a:noAutofit/>
        </a:bodyPr>
        <a:lstStyle/>
        <a:p>
          <a:pPr marL="0" lvl="0" indent="0" algn="ctr" defTabSz="755650">
            <a:lnSpc>
              <a:spcPct val="90000"/>
            </a:lnSpc>
            <a:spcBef>
              <a:spcPct val="0"/>
            </a:spcBef>
            <a:spcAft>
              <a:spcPct val="35000"/>
            </a:spcAft>
            <a:buNone/>
          </a:pPr>
          <a:r>
            <a:rPr lang="en-US" sz="1700" kern="1200"/>
            <a:t>Business analysis </a:t>
          </a:r>
        </a:p>
      </dsp:txBody>
      <dsp:txXfrm>
        <a:off x="3620436" y="2953967"/>
        <a:ext cx="1468487" cy="881092"/>
      </dsp:txXfrm>
    </dsp:sp>
    <dsp:sp modelId="{39DD1212-FED6-49E5-B2B4-FF973BAF5ABB}">
      <dsp:nvSpPr>
        <dsp:cNvPr id="0" name=""/>
        <dsp:cNvSpPr/>
      </dsp:nvSpPr>
      <dsp:spPr>
        <a:xfrm>
          <a:off x="5426676" y="2953967"/>
          <a:ext cx="1468487" cy="881092"/>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957" tIns="75532" rIns="71957" bIns="75532" numCol="1" spcCol="1270" anchor="ctr" anchorCtr="0">
          <a:noAutofit/>
        </a:bodyPr>
        <a:lstStyle/>
        <a:p>
          <a:pPr marL="0" lvl="0" indent="0" algn="ctr" defTabSz="755650">
            <a:lnSpc>
              <a:spcPct val="90000"/>
            </a:lnSpc>
            <a:spcBef>
              <a:spcPct val="0"/>
            </a:spcBef>
            <a:spcAft>
              <a:spcPct val="35000"/>
            </a:spcAft>
            <a:buNone/>
          </a:pPr>
          <a:r>
            <a:rPr lang="en-US" sz="1700" kern="1200"/>
            <a:t>Public health reporting</a:t>
          </a:r>
        </a:p>
      </dsp:txBody>
      <dsp:txXfrm>
        <a:off x="5426676" y="2953967"/>
        <a:ext cx="1468487" cy="88109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E85843-5E27-4475-BB09-2613EFDB9143}">
      <dsp:nvSpPr>
        <dsp:cNvPr id="0" name=""/>
        <dsp:cNvSpPr/>
      </dsp:nvSpPr>
      <dsp:spPr>
        <a:xfrm>
          <a:off x="0" y="381"/>
          <a:ext cx="9941318"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E51D786-483D-433B-BA22-F34AE632AD68}">
      <dsp:nvSpPr>
        <dsp:cNvPr id="0" name=""/>
        <dsp:cNvSpPr/>
      </dsp:nvSpPr>
      <dsp:spPr>
        <a:xfrm>
          <a:off x="0" y="381"/>
          <a:ext cx="9941318" cy="6247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Which vaccine was administered the most? </a:t>
          </a:r>
        </a:p>
      </dsp:txBody>
      <dsp:txXfrm>
        <a:off x="0" y="381"/>
        <a:ext cx="9941318" cy="624779"/>
      </dsp:txXfrm>
    </dsp:sp>
    <dsp:sp modelId="{422FECEB-EB0F-4790-8F1B-4CCA78E738AA}">
      <dsp:nvSpPr>
        <dsp:cNvPr id="0" name=""/>
        <dsp:cNvSpPr/>
      </dsp:nvSpPr>
      <dsp:spPr>
        <a:xfrm>
          <a:off x="0" y="625160"/>
          <a:ext cx="9941318"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1EF0298-1F82-4518-975C-A704AF6E0E55}">
      <dsp:nvSpPr>
        <dsp:cNvPr id="0" name=""/>
        <dsp:cNvSpPr/>
      </dsp:nvSpPr>
      <dsp:spPr>
        <a:xfrm>
          <a:off x="0" y="625160"/>
          <a:ext cx="9941318" cy="6247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Which countries administered the highest number of vaccinations? </a:t>
          </a:r>
        </a:p>
      </dsp:txBody>
      <dsp:txXfrm>
        <a:off x="0" y="625160"/>
        <a:ext cx="9941318" cy="624779"/>
      </dsp:txXfrm>
    </dsp:sp>
    <dsp:sp modelId="{D5E02598-F617-4A0D-9A77-D500CD3D4969}">
      <dsp:nvSpPr>
        <dsp:cNvPr id="0" name=""/>
        <dsp:cNvSpPr/>
      </dsp:nvSpPr>
      <dsp:spPr>
        <a:xfrm>
          <a:off x="0" y="1249939"/>
          <a:ext cx="9941318"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B7641F8-8094-4B52-B17E-687234F4D889}">
      <dsp:nvSpPr>
        <dsp:cNvPr id="0" name=""/>
        <dsp:cNvSpPr/>
      </dsp:nvSpPr>
      <dsp:spPr>
        <a:xfrm>
          <a:off x="0" y="1249939"/>
          <a:ext cx="9941318" cy="6247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Which regions administered more than 500,000 vaccine doses? </a:t>
          </a:r>
        </a:p>
      </dsp:txBody>
      <dsp:txXfrm>
        <a:off x="0" y="1249939"/>
        <a:ext cx="9941318" cy="624779"/>
      </dsp:txXfrm>
    </dsp:sp>
    <dsp:sp modelId="{981C3B24-4BBD-4347-8C1E-617D35FB168D}">
      <dsp:nvSpPr>
        <dsp:cNvPr id="0" name=""/>
        <dsp:cNvSpPr/>
      </dsp:nvSpPr>
      <dsp:spPr>
        <a:xfrm>
          <a:off x="0" y="1874718"/>
          <a:ext cx="9941318"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DA09144-AB69-4B79-B686-4D4700AD5A34}">
      <dsp:nvSpPr>
        <dsp:cNvPr id="0" name=""/>
        <dsp:cNvSpPr/>
      </dsp:nvSpPr>
      <dsp:spPr>
        <a:xfrm>
          <a:off x="0" y="1874718"/>
          <a:ext cx="9941318" cy="6247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Which vaccine was administered the least? </a:t>
          </a:r>
        </a:p>
      </dsp:txBody>
      <dsp:txXfrm>
        <a:off x="0" y="1874718"/>
        <a:ext cx="9941318" cy="624779"/>
      </dsp:txXfrm>
    </dsp:sp>
    <dsp:sp modelId="{E7DB4DDE-EBD2-429B-B833-CFECE40BF656}">
      <dsp:nvSpPr>
        <dsp:cNvPr id="0" name=""/>
        <dsp:cNvSpPr/>
      </dsp:nvSpPr>
      <dsp:spPr>
        <a:xfrm>
          <a:off x="0" y="2499497"/>
          <a:ext cx="9941318"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2BC06C2-0BD5-4226-B60C-226A1CB91246}">
      <dsp:nvSpPr>
        <dsp:cNvPr id="0" name=""/>
        <dsp:cNvSpPr/>
      </dsp:nvSpPr>
      <dsp:spPr>
        <a:xfrm>
          <a:off x="0" y="2499497"/>
          <a:ext cx="9941318" cy="6247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Which countries recorded the highest average number of vaccinations per report?</a:t>
          </a:r>
        </a:p>
      </dsp:txBody>
      <dsp:txXfrm>
        <a:off x="0" y="2499497"/>
        <a:ext cx="9941318" cy="62477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81DF89-115D-4AAA-8CAA-A5F035ACBAC0}">
      <dsp:nvSpPr>
        <dsp:cNvPr id="0" name=""/>
        <dsp:cNvSpPr/>
      </dsp:nvSpPr>
      <dsp:spPr>
        <a:xfrm>
          <a:off x="775104" y="410801"/>
          <a:ext cx="1164375" cy="116437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D7E50C5-4466-44F5-BA3D-C9807B386055}">
      <dsp:nvSpPr>
        <dsp:cNvPr id="0" name=""/>
        <dsp:cNvSpPr/>
      </dsp:nvSpPr>
      <dsp:spPr>
        <a:xfrm>
          <a:off x="63541" y="1931662"/>
          <a:ext cx="2587500" cy="85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b="1" kern="1200"/>
            <a:t>Business Insight</a:t>
          </a:r>
          <a:endParaRPr lang="en-US" sz="1100" kern="1200"/>
        </a:p>
      </dsp:txBody>
      <dsp:txXfrm>
        <a:off x="63541" y="1931662"/>
        <a:ext cx="2587500" cy="855000"/>
      </dsp:txXfrm>
    </dsp:sp>
    <dsp:sp modelId="{670E5DA9-20A2-4D83-9F8E-19512C5F8506}">
      <dsp:nvSpPr>
        <dsp:cNvPr id="0" name=""/>
        <dsp:cNvSpPr/>
      </dsp:nvSpPr>
      <dsp:spPr>
        <a:xfrm>
          <a:off x="3815416" y="410801"/>
          <a:ext cx="1164375" cy="116437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93516F1-7F4B-477A-9321-F9292E73A2B1}">
      <dsp:nvSpPr>
        <dsp:cNvPr id="0" name=""/>
        <dsp:cNvSpPr/>
      </dsp:nvSpPr>
      <dsp:spPr>
        <a:xfrm>
          <a:off x="3103854" y="1931662"/>
          <a:ext cx="2587500" cy="85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Influenza recorded the highest number of vaccinations across the dataset, suggesting it was the most widely administered vaccine during the reporting period.</a:t>
          </a:r>
        </a:p>
      </dsp:txBody>
      <dsp:txXfrm>
        <a:off x="3103854" y="1931662"/>
        <a:ext cx="2587500" cy="8550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C860DF-2DC4-43B3-868E-F4650045B7A7}">
      <dsp:nvSpPr>
        <dsp:cNvPr id="0" name=""/>
        <dsp:cNvSpPr/>
      </dsp:nvSpPr>
      <dsp:spPr>
        <a:xfrm>
          <a:off x="1333" y="110983"/>
          <a:ext cx="4682211" cy="297320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308E122-CAA8-4CD6-81E6-4C9A3419CA07}">
      <dsp:nvSpPr>
        <dsp:cNvPr id="0" name=""/>
        <dsp:cNvSpPr/>
      </dsp:nvSpPr>
      <dsp:spPr>
        <a:xfrm>
          <a:off x="521579" y="605216"/>
          <a:ext cx="4682211" cy="2973204"/>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a:t>In conclusion, this analysis demonstrates how SQL can transform raw healthcare data into meaningful insights that support evidence-based public health decision-making. </a:t>
          </a:r>
        </a:p>
      </dsp:txBody>
      <dsp:txXfrm>
        <a:off x="608661" y="692298"/>
        <a:ext cx="4508047" cy="2799040"/>
      </dsp:txXfrm>
    </dsp:sp>
    <dsp:sp modelId="{4753129D-8512-4912-AD94-190BF26249D2}">
      <dsp:nvSpPr>
        <dsp:cNvPr id="0" name=""/>
        <dsp:cNvSpPr/>
      </dsp:nvSpPr>
      <dsp:spPr>
        <a:xfrm>
          <a:off x="5724037" y="110983"/>
          <a:ext cx="4682211" cy="297320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D11A906-F7AC-487E-ADC3-951838EB8FAF}">
      <dsp:nvSpPr>
        <dsp:cNvPr id="0" name=""/>
        <dsp:cNvSpPr/>
      </dsp:nvSpPr>
      <dsp:spPr>
        <a:xfrm>
          <a:off x="6244283" y="605216"/>
          <a:ext cx="4682211" cy="2973204"/>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a:t>Thank you for your attention. </a:t>
          </a:r>
        </a:p>
      </dsp:txBody>
      <dsp:txXfrm>
        <a:off x="6331365" y="692298"/>
        <a:ext cx="4508047" cy="2799040"/>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44E54-5728-343C-F83E-D4686E807C9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FC5691D-55F1-495A-BCC9-4B51E8434C7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EB326D-0010-CDCF-AA4C-434C2C5CE532}"/>
              </a:ext>
            </a:extLst>
          </p:cNvPr>
          <p:cNvSpPr>
            <a:spLocks noGrp="1"/>
          </p:cNvSpPr>
          <p:nvPr>
            <p:ph type="dt" sz="half" idx="10"/>
          </p:nvPr>
        </p:nvSpPr>
        <p:spPr/>
        <p:txBody>
          <a:bodyPr/>
          <a:lstStyle/>
          <a:p>
            <a:fld id="{58F222A6-0F74-47D4-BFA1-86B6446D7522}" type="datetimeFigureOut">
              <a:rPr lang="en-US" smtClean="0"/>
              <a:t>7/18/2026</a:t>
            </a:fld>
            <a:endParaRPr lang="en-US"/>
          </a:p>
        </p:txBody>
      </p:sp>
      <p:sp>
        <p:nvSpPr>
          <p:cNvPr id="5" name="Footer Placeholder 4">
            <a:extLst>
              <a:ext uri="{FF2B5EF4-FFF2-40B4-BE49-F238E27FC236}">
                <a16:creationId xmlns:a16="http://schemas.microsoft.com/office/drawing/2014/main" id="{EF0D86BB-BF28-DCCF-A601-AB699944C2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F7B7F6-081F-1681-911B-0FF9D63AD7FB}"/>
              </a:ext>
            </a:extLst>
          </p:cNvPr>
          <p:cNvSpPr>
            <a:spLocks noGrp="1"/>
          </p:cNvSpPr>
          <p:nvPr>
            <p:ph type="sldNum" sz="quarter" idx="12"/>
          </p:nvPr>
        </p:nvSpPr>
        <p:spPr/>
        <p:txBody>
          <a:bodyPr/>
          <a:lstStyle/>
          <a:p>
            <a:fld id="{427C29F7-4AF4-4ADD-AA4A-8988136193D7}" type="slidenum">
              <a:rPr lang="en-US" smtClean="0"/>
              <a:t>‹#›</a:t>
            </a:fld>
            <a:endParaRPr lang="en-US"/>
          </a:p>
        </p:txBody>
      </p:sp>
    </p:spTree>
    <p:extLst>
      <p:ext uri="{BB962C8B-B14F-4D97-AF65-F5344CB8AC3E}">
        <p14:creationId xmlns:p14="http://schemas.microsoft.com/office/powerpoint/2010/main" val="903547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0CA62-44CD-26E2-D918-69F7B5AE028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44919E5-0371-A36E-93EC-0AFCA36F6F6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02833C-4494-6054-F32F-F3017977F194}"/>
              </a:ext>
            </a:extLst>
          </p:cNvPr>
          <p:cNvSpPr>
            <a:spLocks noGrp="1"/>
          </p:cNvSpPr>
          <p:nvPr>
            <p:ph type="dt" sz="half" idx="10"/>
          </p:nvPr>
        </p:nvSpPr>
        <p:spPr/>
        <p:txBody>
          <a:bodyPr/>
          <a:lstStyle/>
          <a:p>
            <a:fld id="{58F222A6-0F74-47D4-BFA1-86B6446D7522}" type="datetimeFigureOut">
              <a:rPr lang="en-US" smtClean="0"/>
              <a:t>7/18/2026</a:t>
            </a:fld>
            <a:endParaRPr lang="en-US"/>
          </a:p>
        </p:txBody>
      </p:sp>
      <p:sp>
        <p:nvSpPr>
          <p:cNvPr id="5" name="Footer Placeholder 4">
            <a:extLst>
              <a:ext uri="{FF2B5EF4-FFF2-40B4-BE49-F238E27FC236}">
                <a16:creationId xmlns:a16="http://schemas.microsoft.com/office/drawing/2014/main" id="{209C03F8-4033-1665-AEEE-3500E105FE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290C23-33BE-D696-4C89-4755B9A00757}"/>
              </a:ext>
            </a:extLst>
          </p:cNvPr>
          <p:cNvSpPr>
            <a:spLocks noGrp="1"/>
          </p:cNvSpPr>
          <p:nvPr>
            <p:ph type="sldNum" sz="quarter" idx="12"/>
          </p:nvPr>
        </p:nvSpPr>
        <p:spPr/>
        <p:txBody>
          <a:bodyPr/>
          <a:lstStyle/>
          <a:p>
            <a:fld id="{427C29F7-4AF4-4ADD-AA4A-8988136193D7}" type="slidenum">
              <a:rPr lang="en-US" smtClean="0"/>
              <a:t>‹#›</a:t>
            </a:fld>
            <a:endParaRPr lang="en-US"/>
          </a:p>
        </p:txBody>
      </p:sp>
    </p:spTree>
    <p:extLst>
      <p:ext uri="{BB962C8B-B14F-4D97-AF65-F5344CB8AC3E}">
        <p14:creationId xmlns:p14="http://schemas.microsoft.com/office/powerpoint/2010/main" val="40088994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9B8FC-E2A4-F0D8-4182-CEE4DB54AE7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FCCDF09-3D79-5199-0E61-AB784303FFC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42C8F04-F2AA-0C1C-7BCF-7D21E28FC1D3}"/>
              </a:ext>
            </a:extLst>
          </p:cNvPr>
          <p:cNvSpPr>
            <a:spLocks noGrp="1"/>
          </p:cNvSpPr>
          <p:nvPr>
            <p:ph type="dt" sz="half" idx="10"/>
          </p:nvPr>
        </p:nvSpPr>
        <p:spPr/>
        <p:txBody>
          <a:bodyPr/>
          <a:lstStyle/>
          <a:p>
            <a:fld id="{58F222A6-0F74-47D4-BFA1-86B6446D7522}" type="datetimeFigureOut">
              <a:rPr lang="en-US" smtClean="0"/>
              <a:t>7/18/2026</a:t>
            </a:fld>
            <a:endParaRPr lang="en-US"/>
          </a:p>
        </p:txBody>
      </p:sp>
      <p:sp>
        <p:nvSpPr>
          <p:cNvPr id="5" name="Footer Placeholder 4">
            <a:extLst>
              <a:ext uri="{FF2B5EF4-FFF2-40B4-BE49-F238E27FC236}">
                <a16:creationId xmlns:a16="http://schemas.microsoft.com/office/drawing/2014/main" id="{5AC51F57-93D1-2E8A-809F-2BE7B8697B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69DC4A-08C4-A869-1AA5-BEA16368C7DD}"/>
              </a:ext>
            </a:extLst>
          </p:cNvPr>
          <p:cNvSpPr>
            <a:spLocks noGrp="1"/>
          </p:cNvSpPr>
          <p:nvPr>
            <p:ph type="sldNum" sz="quarter" idx="12"/>
          </p:nvPr>
        </p:nvSpPr>
        <p:spPr/>
        <p:txBody>
          <a:bodyPr/>
          <a:lstStyle/>
          <a:p>
            <a:fld id="{427C29F7-4AF4-4ADD-AA4A-8988136193D7}" type="slidenum">
              <a:rPr lang="en-US" smtClean="0"/>
              <a:t>‹#›</a:t>
            </a:fld>
            <a:endParaRPr lang="en-US"/>
          </a:p>
        </p:txBody>
      </p:sp>
    </p:spTree>
    <p:extLst>
      <p:ext uri="{BB962C8B-B14F-4D97-AF65-F5344CB8AC3E}">
        <p14:creationId xmlns:p14="http://schemas.microsoft.com/office/powerpoint/2010/main" val="8204066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913CF-2478-CD3C-B621-0EE54D8152B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E338B9C-72DF-06DC-3220-892B2493D41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C954106-CC39-EF16-D040-11F24B91AE9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E49A346-8479-2CF6-1399-64AEC6FC49E9}"/>
              </a:ext>
            </a:extLst>
          </p:cNvPr>
          <p:cNvSpPr>
            <a:spLocks noGrp="1"/>
          </p:cNvSpPr>
          <p:nvPr>
            <p:ph type="dt" sz="half" idx="10"/>
          </p:nvPr>
        </p:nvSpPr>
        <p:spPr/>
        <p:txBody>
          <a:bodyPr/>
          <a:lstStyle/>
          <a:p>
            <a:fld id="{58F222A6-0F74-47D4-BFA1-86B6446D7522}" type="datetimeFigureOut">
              <a:rPr lang="en-US" smtClean="0"/>
              <a:t>7/18/2026</a:t>
            </a:fld>
            <a:endParaRPr lang="en-US"/>
          </a:p>
        </p:txBody>
      </p:sp>
      <p:sp>
        <p:nvSpPr>
          <p:cNvPr id="6" name="Footer Placeholder 5">
            <a:extLst>
              <a:ext uri="{FF2B5EF4-FFF2-40B4-BE49-F238E27FC236}">
                <a16:creationId xmlns:a16="http://schemas.microsoft.com/office/drawing/2014/main" id="{730BFC31-A7BF-CAC2-BA27-9E0E705B174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C063FC7-7A89-B431-3826-8DFD3125BEA2}"/>
              </a:ext>
            </a:extLst>
          </p:cNvPr>
          <p:cNvSpPr>
            <a:spLocks noGrp="1"/>
          </p:cNvSpPr>
          <p:nvPr>
            <p:ph type="sldNum" sz="quarter" idx="12"/>
          </p:nvPr>
        </p:nvSpPr>
        <p:spPr/>
        <p:txBody>
          <a:bodyPr/>
          <a:lstStyle/>
          <a:p>
            <a:fld id="{427C29F7-4AF4-4ADD-AA4A-8988136193D7}" type="slidenum">
              <a:rPr lang="en-US" smtClean="0"/>
              <a:t>‹#›</a:t>
            </a:fld>
            <a:endParaRPr lang="en-US"/>
          </a:p>
        </p:txBody>
      </p:sp>
    </p:spTree>
    <p:extLst>
      <p:ext uri="{BB962C8B-B14F-4D97-AF65-F5344CB8AC3E}">
        <p14:creationId xmlns:p14="http://schemas.microsoft.com/office/powerpoint/2010/main" val="2593473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AC200-31E6-4F88-C47A-EF1D6E928E7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E028981-9849-F01A-38F6-2A4F829628C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40F1F92-0C0A-891E-D1D6-4DE0B0A6B6D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0B061A1-80D7-378A-FA55-48418AEEF2E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7431F27-667C-E5B3-4BD4-4210E4D45AB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CEA0751-F221-5412-F7B2-1A004BE8891E}"/>
              </a:ext>
            </a:extLst>
          </p:cNvPr>
          <p:cNvSpPr>
            <a:spLocks noGrp="1"/>
          </p:cNvSpPr>
          <p:nvPr>
            <p:ph type="dt" sz="half" idx="10"/>
          </p:nvPr>
        </p:nvSpPr>
        <p:spPr/>
        <p:txBody>
          <a:bodyPr/>
          <a:lstStyle/>
          <a:p>
            <a:fld id="{58F222A6-0F74-47D4-BFA1-86B6446D7522}" type="datetimeFigureOut">
              <a:rPr lang="en-US" smtClean="0"/>
              <a:t>7/18/2026</a:t>
            </a:fld>
            <a:endParaRPr lang="en-US"/>
          </a:p>
        </p:txBody>
      </p:sp>
      <p:sp>
        <p:nvSpPr>
          <p:cNvPr id="8" name="Footer Placeholder 7">
            <a:extLst>
              <a:ext uri="{FF2B5EF4-FFF2-40B4-BE49-F238E27FC236}">
                <a16:creationId xmlns:a16="http://schemas.microsoft.com/office/drawing/2014/main" id="{80FD03DE-6CB3-A079-5D96-21DBB090358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CB982ED-8441-3EEE-2E13-82E0BA573E99}"/>
              </a:ext>
            </a:extLst>
          </p:cNvPr>
          <p:cNvSpPr>
            <a:spLocks noGrp="1"/>
          </p:cNvSpPr>
          <p:nvPr>
            <p:ph type="sldNum" sz="quarter" idx="12"/>
          </p:nvPr>
        </p:nvSpPr>
        <p:spPr/>
        <p:txBody>
          <a:bodyPr/>
          <a:lstStyle/>
          <a:p>
            <a:fld id="{427C29F7-4AF4-4ADD-AA4A-8988136193D7}" type="slidenum">
              <a:rPr lang="en-US" smtClean="0"/>
              <a:t>‹#›</a:t>
            </a:fld>
            <a:endParaRPr lang="en-US"/>
          </a:p>
        </p:txBody>
      </p:sp>
    </p:spTree>
    <p:extLst>
      <p:ext uri="{BB962C8B-B14F-4D97-AF65-F5344CB8AC3E}">
        <p14:creationId xmlns:p14="http://schemas.microsoft.com/office/powerpoint/2010/main" val="17751010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33261-4BCC-AD4B-CE4F-CFBC4276FB2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5C73683-CD67-1BB1-29D3-DC9690AD9739}"/>
              </a:ext>
            </a:extLst>
          </p:cNvPr>
          <p:cNvSpPr>
            <a:spLocks noGrp="1"/>
          </p:cNvSpPr>
          <p:nvPr>
            <p:ph type="dt" sz="half" idx="10"/>
          </p:nvPr>
        </p:nvSpPr>
        <p:spPr/>
        <p:txBody>
          <a:bodyPr/>
          <a:lstStyle/>
          <a:p>
            <a:fld id="{58F222A6-0F74-47D4-BFA1-86B6446D7522}" type="datetimeFigureOut">
              <a:rPr lang="en-US" smtClean="0"/>
              <a:t>7/18/2026</a:t>
            </a:fld>
            <a:endParaRPr lang="en-US"/>
          </a:p>
        </p:txBody>
      </p:sp>
      <p:sp>
        <p:nvSpPr>
          <p:cNvPr id="4" name="Footer Placeholder 3">
            <a:extLst>
              <a:ext uri="{FF2B5EF4-FFF2-40B4-BE49-F238E27FC236}">
                <a16:creationId xmlns:a16="http://schemas.microsoft.com/office/drawing/2014/main" id="{EE41EC26-2835-6C08-B680-BADD51EBD03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8B9089D-71BD-D4A0-B635-815A964836C2}"/>
              </a:ext>
            </a:extLst>
          </p:cNvPr>
          <p:cNvSpPr>
            <a:spLocks noGrp="1"/>
          </p:cNvSpPr>
          <p:nvPr>
            <p:ph type="sldNum" sz="quarter" idx="12"/>
          </p:nvPr>
        </p:nvSpPr>
        <p:spPr/>
        <p:txBody>
          <a:bodyPr/>
          <a:lstStyle/>
          <a:p>
            <a:fld id="{427C29F7-4AF4-4ADD-AA4A-8988136193D7}" type="slidenum">
              <a:rPr lang="en-US" smtClean="0"/>
              <a:t>‹#›</a:t>
            </a:fld>
            <a:endParaRPr lang="en-US"/>
          </a:p>
        </p:txBody>
      </p:sp>
    </p:spTree>
    <p:extLst>
      <p:ext uri="{BB962C8B-B14F-4D97-AF65-F5344CB8AC3E}">
        <p14:creationId xmlns:p14="http://schemas.microsoft.com/office/powerpoint/2010/main" val="6863290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84B823-47A9-C0AA-B95C-F06E70E48190}"/>
              </a:ext>
            </a:extLst>
          </p:cNvPr>
          <p:cNvSpPr>
            <a:spLocks noGrp="1"/>
          </p:cNvSpPr>
          <p:nvPr>
            <p:ph type="dt" sz="half" idx="10"/>
          </p:nvPr>
        </p:nvSpPr>
        <p:spPr/>
        <p:txBody>
          <a:bodyPr/>
          <a:lstStyle/>
          <a:p>
            <a:fld id="{58F222A6-0F74-47D4-BFA1-86B6446D7522}" type="datetimeFigureOut">
              <a:rPr lang="en-US" smtClean="0"/>
              <a:t>7/18/2026</a:t>
            </a:fld>
            <a:endParaRPr lang="en-US"/>
          </a:p>
        </p:txBody>
      </p:sp>
      <p:sp>
        <p:nvSpPr>
          <p:cNvPr id="3" name="Footer Placeholder 2">
            <a:extLst>
              <a:ext uri="{FF2B5EF4-FFF2-40B4-BE49-F238E27FC236}">
                <a16:creationId xmlns:a16="http://schemas.microsoft.com/office/drawing/2014/main" id="{88477859-DCBE-ED2E-B99E-689D1D5B156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7277D54-9ADB-E09E-E848-11E51F9AA67D}"/>
              </a:ext>
            </a:extLst>
          </p:cNvPr>
          <p:cNvSpPr>
            <a:spLocks noGrp="1"/>
          </p:cNvSpPr>
          <p:nvPr>
            <p:ph type="sldNum" sz="quarter" idx="12"/>
          </p:nvPr>
        </p:nvSpPr>
        <p:spPr/>
        <p:txBody>
          <a:bodyPr/>
          <a:lstStyle/>
          <a:p>
            <a:fld id="{427C29F7-4AF4-4ADD-AA4A-8988136193D7}" type="slidenum">
              <a:rPr lang="en-US" smtClean="0"/>
              <a:t>‹#›</a:t>
            </a:fld>
            <a:endParaRPr lang="en-US"/>
          </a:p>
        </p:txBody>
      </p:sp>
    </p:spTree>
    <p:extLst>
      <p:ext uri="{BB962C8B-B14F-4D97-AF65-F5344CB8AC3E}">
        <p14:creationId xmlns:p14="http://schemas.microsoft.com/office/powerpoint/2010/main" val="31451479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BD59B-F781-0FC8-3B9C-E85102A938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CFB62CF-B162-74DF-C2AA-212D10CD42C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6724D65-4CB5-0077-9003-3174C49545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124E56B-900E-C461-F6D9-9E5D508F4503}"/>
              </a:ext>
            </a:extLst>
          </p:cNvPr>
          <p:cNvSpPr>
            <a:spLocks noGrp="1"/>
          </p:cNvSpPr>
          <p:nvPr>
            <p:ph type="dt" sz="half" idx="10"/>
          </p:nvPr>
        </p:nvSpPr>
        <p:spPr/>
        <p:txBody>
          <a:bodyPr/>
          <a:lstStyle/>
          <a:p>
            <a:fld id="{58F222A6-0F74-47D4-BFA1-86B6446D7522}" type="datetimeFigureOut">
              <a:rPr lang="en-US" smtClean="0"/>
              <a:t>7/18/2026</a:t>
            </a:fld>
            <a:endParaRPr lang="en-US"/>
          </a:p>
        </p:txBody>
      </p:sp>
      <p:sp>
        <p:nvSpPr>
          <p:cNvPr id="6" name="Footer Placeholder 5">
            <a:extLst>
              <a:ext uri="{FF2B5EF4-FFF2-40B4-BE49-F238E27FC236}">
                <a16:creationId xmlns:a16="http://schemas.microsoft.com/office/drawing/2014/main" id="{E8ED9AEC-FA65-76CE-CC33-067A827EF1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FFE42A3-40B6-1808-7C4E-B3877CB76141}"/>
              </a:ext>
            </a:extLst>
          </p:cNvPr>
          <p:cNvSpPr>
            <a:spLocks noGrp="1"/>
          </p:cNvSpPr>
          <p:nvPr>
            <p:ph type="sldNum" sz="quarter" idx="12"/>
          </p:nvPr>
        </p:nvSpPr>
        <p:spPr/>
        <p:txBody>
          <a:bodyPr/>
          <a:lstStyle/>
          <a:p>
            <a:fld id="{427C29F7-4AF4-4ADD-AA4A-8988136193D7}" type="slidenum">
              <a:rPr lang="en-US" smtClean="0"/>
              <a:t>‹#›</a:t>
            </a:fld>
            <a:endParaRPr lang="en-US"/>
          </a:p>
        </p:txBody>
      </p:sp>
    </p:spTree>
    <p:extLst>
      <p:ext uri="{BB962C8B-B14F-4D97-AF65-F5344CB8AC3E}">
        <p14:creationId xmlns:p14="http://schemas.microsoft.com/office/powerpoint/2010/main" val="1139752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4CDFD-E868-0963-0AF3-9BD3F97DBF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7D4D5B3-4D3A-AB9A-462B-3C2E1F05C27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AA2B074-36E0-1929-7EAE-E3B03A2708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F51E080-DE95-3D8B-0488-F9764C82C8AC}"/>
              </a:ext>
            </a:extLst>
          </p:cNvPr>
          <p:cNvSpPr>
            <a:spLocks noGrp="1"/>
          </p:cNvSpPr>
          <p:nvPr>
            <p:ph type="dt" sz="half" idx="10"/>
          </p:nvPr>
        </p:nvSpPr>
        <p:spPr/>
        <p:txBody>
          <a:bodyPr/>
          <a:lstStyle/>
          <a:p>
            <a:fld id="{58F222A6-0F74-47D4-BFA1-86B6446D7522}" type="datetimeFigureOut">
              <a:rPr lang="en-US" smtClean="0"/>
              <a:t>7/18/2026</a:t>
            </a:fld>
            <a:endParaRPr lang="en-US"/>
          </a:p>
        </p:txBody>
      </p:sp>
      <p:sp>
        <p:nvSpPr>
          <p:cNvPr id="6" name="Footer Placeholder 5">
            <a:extLst>
              <a:ext uri="{FF2B5EF4-FFF2-40B4-BE49-F238E27FC236}">
                <a16:creationId xmlns:a16="http://schemas.microsoft.com/office/drawing/2014/main" id="{A85B8ABA-A745-D74D-00C0-90AC858500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CF4B2DC-89D4-E7EE-2A03-00066F1D99C3}"/>
              </a:ext>
            </a:extLst>
          </p:cNvPr>
          <p:cNvSpPr>
            <a:spLocks noGrp="1"/>
          </p:cNvSpPr>
          <p:nvPr>
            <p:ph type="sldNum" sz="quarter" idx="12"/>
          </p:nvPr>
        </p:nvSpPr>
        <p:spPr/>
        <p:txBody>
          <a:bodyPr/>
          <a:lstStyle/>
          <a:p>
            <a:fld id="{427C29F7-4AF4-4ADD-AA4A-8988136193D7}" type="slidenum">
              <a:rPr lang="en-US" smtClean="0"/>
              <a:t>‹#›</a:t>
            </a:fld>
            <a:endParaRPr lang="en-US"/>
          </a:p>
        </p:txBody>
      </p:sp>
    </p:spTree>
    <p:extLst>
      <p:ext uri="{BB962C8B-B14F-4D97-AF65-F5344CB8AC3E}">
        <p14:creationId xmlns:p14="http://schemas.microsoft.com/office/powerpoint/2010/main" val="37185043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E3377-1FA5-9ADB-A6D8-9927EDDBEBB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0B3B4EA-DF6F-88FE-6E5A-5787D1427BD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FA6B1D-B107-76DD-FFFD-634D8E19C83E}"/>
              </a:ext>
            </a:extLst>
          </p:cNvPr>
          <p:cNvSpPr>
            <a:spLocks noGrp="1"/>
          </p:cNvSpPr>
          <p:nvPr>
            <p:ph type="dt" sz="half" idx="10"/>
          </p:nvPr>
        </p:nvSpPr>
        <p:spPr/>
        <p:txBody>
          <a:bodyPr/>
          <a:lstStyle/>
          <a:p>
            <a:fld id="{58F222A6-0F74-47D4-BFA1-86B6446D7522}" type="datetimeFigureOut">
              <a:rPr lang="en-US" smtClean="0"/>
              <a:t>7/18/2026</a:t>
            </a:fld>
            <a:endParaRPr lang="en-US"/>
          </a:p>
        </p:txBody>
      </p:sp>
      <p:sp>
        <p:nvSpPr>
          <p:cNvPr id="5" name="Footer Placeholder 4">
            <a:extLst>
              <a:ext uri="{FF2B5EF4-FFF2-40B4-BE49-F238E27FC236}">
                <a16:creationId xmlns:a16="http://schemas.microsoft.com/office/drawing/2014/main" id="{BB524015-79C0-2EFC-7427-AB748A9570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9FB8E5-C78E-6993-3B5A-DDDED7AD8A51}"/>
              </a:ext>
            </a:extLst>
          </p:cNvPr>
          <p:cNvSpPr>
            <a:spLocks noGrp="1"/>
          </p:cNvSpPr>
          <p:nvPr>
            <p:ph type="sldNum" sz="quarter" idx="12"/>
          </p:nvPr>
        </p:nvSpPr>
        <p:spPr/>
        <p:txBody>
          <a:bodyPr/>
          <a:lstStyle/>
          <a:p>
            <a:fld id="{427C29F7-4AF4-4ADD-AA4A-8988136193D7}" type="slidenum">
              <a:rPr lang="en-US" smtClean="0"/>
              <a:t>‹#›</a:t>
            </a:fld>
            <a:endParaRPr lang="en-US"/>
          </a:p>
        </p:txBody>
      </p:sp>
    </p:spTree>
    <p:extLst>
      <p:ext uri="{BB962C8B-B14F-4D97-AF65-F5344CB8AC3E}">
        <p14:creationId xmlns:p14="http://schemas.microsoft.com/office/powerpoint/2010/main" val="29587511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06EFE21-86EA-5C52-13D6-09CAFC062FC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56A6A12-2E3E-2D3B-258E-9D39ECFBF3A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F0C40E-01AC-ECC4-0F0B-1611B05562BD}"/>
              </a:ext>
            </a:extLst>
          </p:cNvPr>
          <p:cNvSpPr>
            <a:spLocks noGrp="1"/>
          </p:cNvSpPr>
          <p:nvPr>
            <p:ph type="dt" sz="half" idx="10"/>
          </p:nvPr>
        </p:nvSpPr>
        <p:spPr/>
        <p:txBody>
          <a:bodyPr/>
          <a:lstStyle/>
          <a:p>
            <a:fld id="{58F222A6-0F74-47D4-BFA1-86B6446D7522}" type="datetimeFigureOut">
              <a:rPr lang="en-US" smtClean="0"/>
              <a:t>7/18/2026</a:t>
            </a:fld>
            <a:endParaRPr lang="en-US"/>
          </a:p>
        </p:txBody>
      </p:sp>
      <p:sp>
        <p:nvSpPr>
          <p:cNvPr id="5" name="Footer Placeholder 4">
            <a:extLst>
              <a:ext uri="{FF2B5EF4-FFF2-40B4-BE49-F238E27FC236}">
                <a16:creationId xmlns:a16="http://schemas.microsoft.com/office/drawing/2014/main" id="{94AABB96-3EA3-085E-7C97-DE4BCF5D3F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E45B94-D8BB-6723-F8E6-E41F2B8C808D}"/>
              </a:ext>
            </a:extLst>
          </p:cNvPr>
          <p:cNvSpPr>
            <a:spLocks noGrp="1"/>
          </p:cNvSpPr>
          <p:nvPr>
            <p:ph type="sldNum" sz="quarter" idx="12"/>
          </p:nvPr>
        </p:nvSpPr>
        <p:spPr/>
        <p:txBody>
          <a:bodyPr/>
          <a:lstStyle/>
          <a:p>
            <a:fld id="{427C29F7-4AF4-4ADD-AA4A-8988136193D7}" type="slidenum">
              <a:rPr lang="en-US" smtClean="0"/>
              <a:t>‹#›</a:t>
            </a:fld>
            <a:endParaRPr lang="en-US"/>
          </a:p>
        </p:txBody>
      </p:sp>
    </p:spTree>
    <p:extLst>
      <p:ext uri="{BB962C8B-B14F-4D97-AF65-F5344CB8AC3E}">
        <p14:creationId xmlns:p14="http://schemas.microsoft.com/office/powerpoint/2010/main" val="15577883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9FCC3E0-CAAF-E7B3-A06B-CA8D20640B4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DE3456E-6C5D-4818-AD45-4E3130D12C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A08BAC-404C-443D-99E3-63240C7A5FB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8F222A6-0F74-47D4-BFA1-86B6446D7522}" type="datetimeFigureOut">
              <a:rPr lang="en-US" smtClean="0"/>
              <a:t>7/18/2026</a:t>
            </a:fld>
            <a:endParaRPr lang="en-US"/>
          </a:p>
        </p:txBody>
      </p:sp>
      <p:sp>
        <p:nvSpPr>
          <p:cNvPr id="5" name="Footer Placeholder 4">
            <a:extLst>
              <a:ext uri="{FF2B5EF4-FFF2-40B4-BE49-F238E27FC236}">
                <a16:creationId xmlns:a16="http://schemas.microsoft.com/office/drawing/2014/main" id="{8912D054-A363-F023-1A6C-1C9FF0D24B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23E7CA8-EC91-95FD-7E3D-5DAE3202659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27C29F7-4AF4-4ADD-AA4A-8988136193D7}" type="slidenum">
              <a:rPr lang="en-US" smtClean="0"/>
              <a:t>‹#›</a:t>
            </a:fld>
            <a:endParaRPr lang="en-US"/>
          </a:p>
        </p:txBody>
      </p:sp>
    </p:spTree>
    <p:extLst>
      <p:ext uri="{BB962C8B-B14F-4D97-AF65-F5344CB8AC3E}">
        <p14:creationId xmlns:p14="http://schemas.microsoft.com/office/powerpoint/2010/main" val="4152360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chart" Target="../charts/chart2.xml"/><Relationship Id="rId7" Type="http://schemas.openxmlformats.org/officeDocument/2006/relationships/diagramColors" Target="../diagrams/colors4.xml"/><Relationship Id="rId2" Type="http://schemas.openxmlformats.org/officeDocument/2006/relationships/chart" Target="../charts/chart1.xml"/><Relationship Id="rId1" Type="http://schemas.openxmlformats.org/officeDocument/2006/relationships/slideLayout" Target="../slideLayouts/slideLayout2.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5D7E0-2E91-E090-C759-0E4B37C21C64}"/>
              </a:ext>
            </a:extLst>
          </p:cNvPr>
          <p:cNvSpPr>
            <a:spLocks noGrp="1"/>
          </p:cNvSpPr>
          <p:nvPr>
            <p:ph type="ctrTitle"/>
          </p:nvPr>
        </p:nvSpPr>
        <p:spPr>
          <a:xfrm>
            <a:off x="5868557" y="1138036"/>
            <a:ext cx="5444382" cy="1402470"/>
          </a:xfrm>
        </p:spPr>
        <p:txBody>
          <a:bodyPr vert="horz" lIns="91440" tIns="45720" rIns="91440" bIns="45720" rtlCol="0" anchor="t">
            <a:normAutofit/>
          </a:bodyPr>
          <a:lstStyle/>
          <a:p>
            <a:pPr algn="l"/>
            <a:r>
              <a:rPr lang="en-US" sz="3200" b="1" dirty="0">
                <a:solidFill>
                  <a:schemeClr val="tx2">
                    <a:lumMod val="75000"/>
                    <a:lumOff val="25000"/>
                  </a:schemeClr>
                </a:solidFill>
              </a:rPr>
              <a:t>Healthcare Analysis SQL Capstone</a:t>
            </a:r>
          </a:p>
        </p:txBody>
      </p:sp>
      <p:pic>
        <p:nvPicPr>
          <p:cNvPr id="16" name="Picture 15" descr="Pipette filling tray with sample">
            <a:extLst>
              <a:ext uri="{FF2B5EF4-FFF2-40B4-BE49-F238E27FC236}">
                <a16:creationId xmlns:a16="http://schemas.microsoft.com/office/drawing/2014/main" id="{EEDADAC4-B39D-FC9A-F0B7-5613BBD76A8E}"/>
              </a:ext>
            </a:extLst>
          </p:cNvPr>
          <p:cNvPicPr>
            <a:picLocks noChangeAspect="1"/>
          </p:cNvPicPr>
          <p:nvPr/>
        </p:nvPicPr>
        <p:blipFill>
          <a:blip r:embed="rId2"/>
          <a:srcRect l="14596" r="35266" b="-1"/>
          <a:stretch>
            <a:fillRect/>
          </a:stretch>
        </p:blipFill>
        <p:spPr>
          <a:xfrm>
            <a:off x="-1" y="10"/>
            <a:ext cx="5151179" cy="6857990"/>
          </a:xfrm>
          <a:prstGeom prst="rect">
            <a:avLst/>
          </a:prstGeom>
        </p:spPr>
      </p:pic>
      <p:cxnSp>
        <p:nvCxnSpPr>
          <p:cNvPr id="17" name="Straight Connector 16">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71697"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Subtitle 2">
            <a:extLst>
              <a:ext uri="{FF2B5EF4-FFF2-40B4-BE49-F238E27FC236}">
                <a16:creationId xmlns:a16="http://schemas.microsoft.com/office/drawing/2014/main" id="{3BFE2738-2938-131A-DAB6-9CB891FFC123}"/>
              </a:ext>
            </a:extLst>
          </p:cNvPr>
          <p:cNvSpPr>
            <a:spLocks noGrp="1"/>
          </p:cNvSpPr>
          <p:nvPr>
            <p:ph type="subTitle" idx="1"/>
          </p:nvPr>
        </p:nvSpPr>
        <p:spPr>
          <a:xfrm>
            <a:off x="5868557" y="2551176"/>
            <a:ext cx="5444382" cy="3591207"/>
          </a:xfrm>
        </p:spPr>
        <p:txBody>
          <a:bodyPr vert="horz" lIns="91440" tIns="45720" rIns="91440" bIns="45720" rtlCol="0">
            <a:normAutofit/>
          </a:bodyPr>
          <a:lstStyle/>
          <a:p>
            <a:pPr indent="-228600" algn="l">
              <a:buFont typeface="Arial" panose="020B0604020202020204" pitchFamily="34" charset="0"/>
              <a:buChar char="•"/>
            </a:pPr>
            <a:r>
              <a:rPr lang="en-US" sz="2000" b="1" dirty="0"/>
              <a:t>Immunization Program Performance Across          Asia</a:t>
            </a:r>
          </a:p>
          <a:p>
            <a:pPr indent="-228600" algn="l">
              <a:buFont typeface="Arial" panose="020B0604020202020204" pitchFamily="34" charset="0"/>
              <a:buChar char="•"/>
            </a:pPr>
            <a:endParaRPr lang="en-US" sz="2000" b="1" dirty="0"/>
          </a:p>
          <a:p>
            <a:pPr indent="-228600" algn="l">
              <a:buFont typeface="Arial" panose="020B0604020202020204" pitchFamily="34" charset="0"/>
              <a:buChar char="•"/>
            </a:pPr>
            <a:r>
              <a:rPr lang="en-US" sz="2000" b="1" dirty="0"/>
              <a:t>Prepared By: </a:t>
            </a:r>
            <a:r>
              <a:rPr lang="en-US" sz="2000" dirty="0"/>
              <a:t>Stella Sirleaf</a:t>
            </a:r>
          </a:p>
          <a:p>
            <a:pPr indent="-228600" algn="l">
              <a:buFont typeface="Arial" panose="020B0604020202020204" pitchFamily="34" charset="0"/>
              <a:buChar char="•"/>
            </a:pPr>
            <a:endParaRPr lang="en-US" sz="2000" dirty="0"/>
          </a:p>
          <a:p>
            <a:pPr indent="-228600" algn="l">
              <a:buFont typeface="Arial" panose="020B0604020202020204" pitchFamily="34" charset="0"/>
              <a:buChar char="•"/>
            </a:pPr>
            <a:r>
              <a:rPr lang="en-US" sz="2000" b="1" dirty="0"/>
              <a:t>Tools Used: </a:t>
            </a:r>
            <a:r>
              <a:rPr lang="en-US" sz="2000" dirty="0"/>
              <a:t>PostgreSQL </a:t>
            </a:r>
            <a:r>
              <a:rPr lang="en-US" sz="2000"/>
              <a:t>, Excel</a:t>
            </a:r>
            <a:endParaRPr lang="en-US" sz="2000" dirty="0"/>
          </a:p>
          <a:p>
            <a:pPr marL="114300" algn="l"/>
            <a:endParaRPr lang="en-US" sz="2000" dirty="0"/>
          </a:p>
        </p:txBody>
      </p:sp>
    </p:spTree>
    <p:extLst>
      <p:ext uri="{BB962C8B-B14F-4D97-AF65-F5344CB8AC3E}">
        <p14:creationId xmlns:p14="http://schemas.microsoft.com/office/powerpoint/2010/main" val="29090979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8" name="Rectangle 17">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Rectangle 19">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E32F865-25B7-308A-9A7C-B27FFD526D4F}"/>
              </a:ext>
            </a:extLst>
          </p:cNvPr>
          <p:cNvSpPr>
            <a:spLocks noGrp="1"/>
          </p:cNvSpPr>
          <p:nvPr>
            <p:ph type="title"/>
          </p:nvPr>
        </p:nvSpPr>
        <p:spPr>
          <a:xfrm>
            <a:off x="1043631" y="809898"/>
            <a:ext cx="9942716" cy="1554480"/>
          </a:xfrm>
        </p:spPr>
        <p:txBody>
          <a:bodyPr anchor="ctr">
            <a:normAutofit/>
          </a:bodyPr>
          <a:lstStyle/>
          <a:p>
            <a:br>
              <a:rPr lang="en-US" sz="3400" b="1" dirty="0">
                <a:solidFill>
                  <a:schemeClr val="tx2">
                    <a:lumMod val="75000"/>
                    <a:lumOff val="25000"/>
                  </a:schemeClr>
                </a:solidFill>
              </a:rPr>
            </a:br>
            <a:r>
              <a:rPr lang="en-US" sz="3400" b="1" dirty="0">
                <a:solidFill>
                  <a:schemeClr val="tx2">
                    <a:lumMod val="75000"/>
                    <a:lumOff val="25000"/>
                  </a:schemeClr>
                </a:solidFill>
              </a:rPr>
              <a:t>Project Background</a:t>
            </a:r>
            <a:br>
              <a:rPr lang="en-US" sz="3400" b="1" dirty="0">
                <a:solidFill>
                  <a:schemeClr val="tx2">
                    <a:lumMod val="75000"/>
                    <a:lumOff val="25000"/>
                  </a:schemeClr>
                </a:solidFill>
              </a:rPr>
            </a:br>
            <a:endParaRPr lang="en-US" sz="3400" dirty="0">
              <a:solidFill>
                <a:schemeClr val="tx2">
                  <a:lumMod val="75000"/>
                  <a:lumOff val="25000"/>
                </a:schemeClr>
              </a:solidFill>
            </a:endParaRPr>
          </a:p>
        </p:txBody>
      </p:sp>
      <p:sp>
        <p:nvSpPr>
          <p:cNvPr id="21" name="Content Placeholder 2">
            <a:extLst>
              <a:ext uri="{FF2B5EF4-FFF2-40B4-BE49-F238E27FC236}">
                <a16:creationId xmlns:a16="http://schemas.microsoft.com/office/drawing/2014/main" id="{0A9CB956-26E8-A490-3785-368D1AF63314}"/>
              </a:ext>
            </a:extLst>
          </p:cNvPr>
          <p:cNvSpPr>
            <a:spLocks noGrp="1"/>
          </p:cNvSpPr>
          <p:nvPr>
            <p:ph idx="1"/>
          </p:nvPr>
        </p:nvSpPr>
        <p:spPr>
          <a:xfrm>
            <a:off x="1045028" y="3017522"/>
            <a:ext cx="9941319" cy="3124658"/>
          </a:xfrm>
        </p:spPr>
        <p:txBody>
          <a:bodyPr anchor="ctr">
            <a:normAutofit/>
          </a:bodyPr>
          <a:lstStyle/>
          <a:p>
            <a:pPr marL="0" indent="0">
              <a:buNone/>
            </a:pPr>
            <a:endParaRPr lang="en-US" sz="2000" b="1" dirty="0"/>
          </a:p>
          <a:p>
            <a:r>
              <a:rPr lang="en-US" sz="2000" b="1" dirty="0"/>
              <a:t>Business Problem</a:t>
            </a:r>
          </a:p>
          <a:p>
            <a:pPr marL="0" indent="0">
              <a:buNone/>
            </a:pPr>
            <a:r>
              <a:rPr lang="en-US" sz="2000" dirty="0"/>
              <a:t>The Ministry of Health wanted to evaluate immunization programs across Asian countries to understand vaccination trends and support public health decision-making.</a:t>
            </a:r>
          </a:p>
          <a:p>
            <a:pPr marL="0" indent="0">
              <a:buNone/>
            </a:pPr>
            <a:endParaRPr lang="en-US" sz="2000" dirty="0"/>
          </a:p>
          <a:p>
            <a:r>
              <a:rPr lang="en-US" sz="2000" b="1" dirty="0"/>
              <a:t>Objective</a:t>
            </a:r>
          </a:p>
          <a:p>
            <a:pPr marL="0" indent="0">
              <a:buNone/>
            </a:pPr>
            <a:r>
              <a:rPr lang="en-US" sz="2000" dirty="0"/>
              <a:t>Use SQL to analyze immunization data and answer important business questions related to vaccine administration, country performance, and regional vaccination coverage.</a:t>
            </a:r>
          </a:p>
          <a:p>
            <a:endParaRPr lang="en-US" sz="2000" dirty="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848093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7" name="Picture 56">
            <a:extLst>
              <a:ext uri="{FF2B5EF4-FFF2-40B4-BE49-F238E27FC236}">
                <a16:creationId xmlns:a16="http://schemas.microsoft.com/office/drawing/2014/main" id="{126AEED7-2B31-5016-BA1E-C25ED853B26A}"/>
              </a:ext>
            </a:extLst>
          </p:cNvPr>
          <p:cNvPicPr>
            <a:picLocks noChangeAspect="1"/>
          </p:cNvPicPr>
          <p:nvPr/>
        </p:nvPicPr>
        <p:blipFill>
          <a:blip r:embed="rId2">
            <a:duotone>
              <a:schemeClr val="bg2">
                <a:shade val="45000"/>
                <a:satMod val="135000"/>
              </a:schemeClr>
              <a:prstClr val="white"/>
            </a:duotone>
          </a:blip>
          <a:srcRect t="15730"/>
          <a:stretch>
            <a:fillRect/>
          </a:stretch>
        </p:blipFill>
        <p:spPr>
          <a:xfrm>
            <a:off x="20" y="10"/>
            <a:ext cx="12191980" cy="6857990"/>
          </a:xfrm>
          <a:prstGeom prst="rect">
            <a:avLst/>
          </a:prstGeom>
        </p:spPr>
      </p:pic>
      <p:sp>
        <p:nvSpPr>
          <p:cNvPr id="73" name="Rectangle 72">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FB32E1-6115-6BD4-264D-FD7EAF7D5811}"/>
              </a:ext>
            </a:extLst>
          </p:cNvPr>
          <p:cNvSpPr>
            <a:spLocks noGrp="1"/>
          </p:cNvSpPr>
          <p:nvPr>
            <p:ph type="title"/>
          </p:nvPr>
        </p:nvSpPr>
        <p:spPr>
          <a:xfrm>
            <a:off x="838200" y="365125"/>
            <a:ext cx="10515600" cy="1325563"/>
          </a:xfrm>
        </p:spPr>
        <p:txBody>
          <a:bodyPr>
            <a:normAutofit/>
          </a:bodyPr>
          <a:lstStyle/>
          <a:p>
            <a:r>
              <a:rPr lang="en-US" sz="3600" b="1" dirty="0">
                <a:solidFill>
                  <a:schemeClr val="tx2">
                    <a:lumMod val="75000"/>
                    <a:lumOff val="25000"/>
                  </a:schemeClr>
                </a:solidFill>
              </a:rPr>
              <a:t>Dataset Overview</a:t>
            </a:r>
          </a:p>
        </p:txBody>
      </p:sp>
      <p:graphicFrame>
        <p:nvGraphicFramePr>
          <p:cNvPr id="59" name="Content Placeholder 2">
            <a:extLst>
              <a:ext uri="{FF2B5EF4-FFF2-40B4-BE49-F238E27FC236}">
                <a16:creationId xmlns:a16="http://schemas.microsoft.com/office/drawing/2014/main" id="{444A7604-6D7B-0D56-BF1F-667FE9D3810F}"/>
              </a:ext>
            </a:extLst>
          </p:cNvPr>
          <p:cNvGraphicFramePr>
            <a:graphicFrameLocks noGrp="1"/>
          </p:cNvGraphicFramePr>
          <p:nvPr>
            <p:ph idx="1"/>
            <p:extLst>
              <p:ext uri="{D42A27DB-BD31-4B8C-83A1-F6EECF244321}">
                <p14:modId xmlns:p14="http://schemas.microsoft.com/office/powerpoint/2010/main" val="2003145864"/>
              </p:ext>
            </p:extLst>
          </p:nvPr>
        </p:nvGraphicFramePr>
        <p:xfrm>
          <a:off x="533400" y="1687512"/>
          <a:ext cx="11125200" cy="48053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337443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2" name="Picture 31">
            <a:extLst>
              <a:ext uri="{FF2B5EF4-FFF2-40B4-BE49-F238E27FC236}">
                <a16:creationId xmlns:a16="http://schemas.microsoft.com/office/drawing/2014/main" id="{5EAFE936-AD7F-FDCC-508A-DFC87C525A62}"/>
              </a:ext>
            </a:extLst>
          </p:cNvPr>
          <p:cNvPicPr>
            <a:picLocks noChangeAspect="1"/>
          </p:cNvPicPr>
          <p:nvPr/>
        </p:nvPicPr>
        <p:blipFill>
          <a:blip r:embed="rId2">
            <a:duotone>
              <a:schemeClr val="bg2">
                <a:shade val="45000"/>
                <a:satMod val="135000"/>
              </a:schemeClr>
              <a:prstClr val="white"/>
            </a:duotone>
          </a:blip>
          <a:srcRect t="15730"/>
          <a:stretch>
            <a:fillRect/>
          </a:stretch>
        </p:blipFill>
        <p:spPr>
          <a:xfrm>
            <a:off x="20" y="10"/>
            <a:ext cx="12191980" cy="6857990"/>
          </a:xfrm>
          <a:prstGeom prst="rect">
            <a:avLst/>
          </a:prstGeom>
        </p:spPr>
      </p:pic>
      <p:sp>
        <p:nvSpPr>
          <p:cNvPr id="45" name="Rectangle 44">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DC95A2C-3AEE-54E8-E5C1-6AC24A0707B4}"/>
              </a:ext>
            </a:extLst>
          </p:cNvPr>
          <p:cNvSpPr>
            <a:spLocks noGrp="1"/>
          </p:cNvSpPr>
          <p:nvPr>
            <p:ph type="title"/>
          </p:nvPr>
        </p:nvSpPr>
        <p:spPr>
          <a:xfrm>
            <a:off x="838200" y="365125"/>
            <a:ext cx="10515600" cy="1325563"/>
          </a:xfrm>
        </p:spPr>
        <p:txBody>
          <a:bodyPr>
            <a:normAutofit/>
          </a:bodyPr>
          <a:lstStyle/>
          <a:p>
            <a:r>
              <a:rPr lang="en-US" sz="3200" b="1" dirty="0">
                <a:solidFill>
                  <a:schemeClr val="tx2">
                    <a:lumMod val="75000"/>
                    <a:lumOff val="25000"/>
                  </a:schemeClr>
                </a:solidFill>
              </a:rPr>
              <a:t>SQL Skills Demonstrated</a:t>
            </a:r>
          </a:p>
        </p:txBody>
      </p:sp>
      <p:graphicFrame>
        <p:nvGraphicFramePr>
          <p:cNvPr id="21" name="Content Placeholder 2">
            <a:extLst>
              <a:ext uri="{FF2B5EF4-FFF2-40B4-BE49-F238E27FC236}">
                <a16:creationId xmlns:a16="http://schemas.microsoft.com/office/drawing/2014/main" id="{3FB1BB68-2A76-18AC-461C-FD6A8C2B6AE9}"/>
              </a:ext>
            </a:extLst>
          </p:cNvPr>
          <p:cNvGraphicFramePr>
            <a:graphicFrameLocks noGrp="1"/>
          </p:cNvGraphicFramePr>
          <p:nvPr>
            <p:ph idx="1"/>
            <p:extLst>
              <p:ext uri="{D42A27DB-BD31-4B8C-83A1-F6EECF244321}">
                <p14:modId xmlns:p14="http://schemas.microsoft.com/office/powerpoint/2010/main" val="122080850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863943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Group 26">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28" name="Rectangle 27">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 name="Rectangle 30">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08718B2-B828-BC19-D0B4-1AC996B5C89A}"/>
              </a:ext>
            </a:extLst>
          </p:cNvPr>
          <p:cNvSpPr>
            <a:spLocks noGrp="1"/>
          </p:cNvSpPr>
          <p:nvPr>
            <p:ph type="title"/>
          </p:nvPr>
        </p:nvSpPr>
        <p:spPr>
          <a:xfrm>
            <a:off x="1043631" y="809898"/>
            <a:ext cx="9942716" cy="1554480"/>
          </a:xfrm>
        </p:spPr>
        <p:txBody>
          <a:bodyPr anchor="ctr">
            <a:normAutofit fontScale="90000"/>
          </a:bodyPr>
          <a:lstStyle/>
          <a:p>
            <a:br>
              <a:rPr lang="en-US" sz="3600" b="1" dirty="0">
                <a:solidFill>
                  <a:schemeClr val="tx2">
                    <a:lumMod val="75000"/>
                    <a:lumOff val="25000"/>
                  </a:schemeClr>
                </a:solidFill>
              </a:rPr>
            </a:br>
            <a:r>
              <a:rPr lang="en-US" sz="3600" b="1" dirty="0">
                <a:solidFill>
                  <a:schemeClr val="tx2">
                    <a:lumMod val="75000"/>
                    <a:lumOff val="25000"/>
                  </a:schemeClr>
                </a:solidFill>
              </a:rPr>
              <a:t>Business Questions Answered</a:t>
            </a:r>
            <a:br>
              <a:rPr lang="en-US" sz="4800" b="1" dirty="0">
                <a:solidFill>
                  <a:schemeClr val="tx2">
                    <a:lumMod val="75000"/>
                    <a:lumOff val="25000"/>
                  </a:schemeClr>
                </a:solidFill>
              </a:rPr>
            </a:br>
            <a:endParaRPr lang="en-US" sz="4800" dirty="0">
              <a:solidFill>
                <a:schemeClr val="tx2">
                  <a:lumMod val="75000"/>
                  <a:lumOff val="25000"/>
                </a:schemeClr>
              </a:solidFill>
            </a:endParaRPr>
          </a:p>
        </p:txBody>
      </p:sp>
      <p:graphicFrame>
        <p:nvGraphicFramePr>
          <p:cNvPr id="19" name="Content Placeholder 2">
            <a:extLst>
              <a:ext uri="{FF2B5EF4-FFF2-40B4-BE49-F238E27FC236}">
                <a16:creationId xmlns:a16="http://schemas.microsoft.com/office/drawing/2014/main" id="{342E7A0D-1790-D9CB-DDE7-ECFC7C618D57}"/>
              </a:ext>
            </a:extLst>
          </p:cNvPr>
          <p:cNvGraphicFramePr>
            <a:graphicFrameLocks noGrp="1"/>
          </p:cNvGraphicFramePr>
          <p:nvPr>
            <p:ph idx="1"/>
            <p:extLst>
              <p:ext uri="{D42A27DB-BD31-4B8C-83A1-F6EECF244321}">
                <p14:modId xmlns:p14="http://schemas.microsoft.com/office/powerpoint/2010/main" val="3513557630"/>
              </p:ext>
            </p:extLst>
          </p:nvPr>
        </p:nvGraphicFramePr>
        <p:xfrm>
          <a:off x="1045028" y="3017522"/>
          <a:ext cx="9941319" cy="31246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32" name="Straight Connector 31">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71502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C700A-BC85-6878-5F35-E7899CB74725}"/>
              </a:ext>
            </a:extLst>
          </p:cNvPr>
          <p:cNvSpPr>
            <a:spLocks noGrp="1"/>
          </p:cNvSpPr>
          <p:nvPr>
            <p:ph type="title"/>
          </p:nvPr>
        </p:nvSpPr>
        <p:spPr>
          <a:xfrm>
            <a:off x="838200" y="365125"/>
            <a:ext cx="10515600" cy="595699"/>
          </a:xfrm>
        </p:spPr>
        <p:txBody>
          <a:bodyPr>
            <a:normAutofit/>
          </a:bodyPr>
          <a:lstStyle/>
          <a:p>
            <a:r>
              <a:rPr lang="en-US" sz="3200" b="1" dirty="0">
                <a:solidFill>
                  <a:schemeClr val="tx2">
                    <a:lumMod val="75000"/>
                    <a:lumOff val="25000"/>
                  </a:schemeClr>
                </a:solidFill>
              </a:rPr>
              <a:t>Question 1</a:t>
            </a:r>
          </a:p>
        </p:txBody>
      </p:sp>
      <p:sp>
        <p:nvSpPr>
          <p:cNvPr id="3" name="Content Placeholder 2">
            <a:extLst>
              <a:ext uri="{FF2B5EF4-FFF2-40B4-BE49-F238E27FC236}">
                <a16:creationId xmlns:a16="http://schemas.microsoft.com/office/drawing/2014/main" id="{CF8ADFD5-8D8B-0041-0129-3BD1A1EFF31C}"/>
              </a:ext>
            </a:extLst>
          </p:cNvPr>
          <p:cNvSpPr>
            <a:spLocks noGrp="1"/>
          </p:cNvSpPr>
          <p:nvPr>
            <p:ph idx="1"/>
          </p:nvPr>
        </p:nvSpPr>
        <p:spPr>
          <a:xfrm>
            <a:off x="728932" y="1071563"/>
            <a:ext cx="10515600" cy="5083969"/>
          </a:xfrm>
        </p:spPr>
        <p:txBody>
          <a:bodyPr/>
          <a:lstStyle/>
          <a:p>
            <a:r>
              <a:rPr lang="en-US" sz="2000" b="1" dirty="0"/>
              <a:t>Which Vaccine Was Administered the Most?</a:t>
            </a:r>
          </a:p>
          <a:p>
            <a:pPr marL="0" indent="0">
              <a:buNone/>
            </a:pPr>
            <a:r>
              <a:rPr lang="en-US" sz="1800" b="1" dirty="0"/>
              <a:t>SQL Query</a:t>
            </a:r>
          </a:p>
        </p:txBody>
      </p:sp>
      <p:pic>
        <p:nvPicPr>
          <p:cNvPr id="7" name="Picture 6" descr="The provided text is a snippet of an SQL query designed to retrieve the name of the most administered vaccine from a table named 'immunization_records', showing the total number of vaccinations for each vaccine, sorted in descending order, and limited to the top result.&#10;&#10;AI-generated content may be incorrect.">
            <a:extLst>
              <a:ext uri="{FF2B5EF4-FFF2-40B4-BE49-F238E27FC236}">
                <a16:creationId xmlns:a16="http://schemas.microsoft.com/office/drawing/2014/main" id="{C38BB604-BBDD-9898-5234-879B71827C2E}"/>
              </a:ext>
            </a:extLst>
          </p:cNvPr>
          <p:cNvPicPr>
            <a:picLocks noChangeAspect="1"/>
          </p:cNvPicPr>
          <p:nvPr/>
        </p:nvPicPr>
        <p:blipFill>
          <a:blip r:embed="rId2"/>
          <a:stretch>
            <a:fillRect/>
          </a:stretch>
        </p:blipFill>
        <p:spPr>
          <a:xfrm>
            <a:off x="792192" y="2076450"/>
            <a:ext cx="8020050" cy="1809750"/>
          </a:xfrm>
          <a:prstGeom prst="rect">
            <a:avLst/>
          </a:prstGeom>
        </p:spPr>
      </p:pic>
      <p:pic>
        <p:nvPicPr>
          <p:cNvPr id="9" name="Picture 8" descr="The image displays a data table with columns for notifications and vaccine names, showing the total number of influenza vaccinations as 5,685,000.">
            <a:extLst>
              <a:ext uri="{FF2B5EF4-FFF2-40B4-BE49-F238E27FC236}">
                <a16:creationId xmlns:a16="http://schemas.microsoft.com/office/drawing/2014/main" id="{CB505196-467A-822E-E4AF-AFE3646DD00E}"/>
              </a:ext>
            </a:extLst>
          </p:cNvPr>
          <p:cNvPicPr>
            <a:picLocks noChangeAspect="1"/>
          </p:cNvPicPr>
          <p:nvPr/>
        </p:nvPicPr>
        <p:blipFill>
          <a:blip r:embed="rId3"/>
          <a:stretch>
            <a:fillRect/>
          </a:stretch>
        </p:blipFill>
        <p:spPr>
          <a:xfrm>
            <a:off x="792192" y="4936871"/>
            <a:ext cx="8020050" cy="1218661"/>
          </a:xfrm>
          <a:prstGeom prst="rect">
            <a:avLst/>
          </a:prstGeom>
        </p:spPr>
      </p:pic>
      <p:sp>
        <p:nvSpPr>
          <p:cNvPr id="13" name="TextBox 12">
            <a:extLst>
              <a:ext uri="{FF2B5EF4-FFF2-40B4-BE49-F238E27FC236}">
                <a16:creationId xmlns:a16="http://schemas.microsoft.com/office/drawing/2014/main" id="{52F74EBE-4CFA-421F-D4ED-EBB0DB8E6AB8}"/>
              </a:ext>
            </a:extLst>
          </p:cNvPr>
          <p:cNvSpPr txBox="1"/>
          <p:nvPr/>
        </p:nvSpPr>
        <p:spPr>
          <a:xfrm>
            <a:off x="792192" y="4327504"/>
            <a:ext cx="2447925" cy="369332"/>
          </a:xfrm>
          <a:prstGeom prst="rect">
            <a:avLst/>
          </a:prstGeom>
          <a:noFill/>
        </p:spPr>
        <p:txBody>
          <a:bodyPr wrap="square" rtlCol="0">
            <a:spAutoFit/>
          </a:bodyPr>
          <a:lstStyle/>
          <a:p>
            <a:r>
              <a:rPr lang="en-US" b="1" dirty="0"/>
              <a:t>Result</a:t>
            </a:r>
          </a:p>
        </p:txBody>
      </p:sp>
    </p:spTree>
    <p:extLst>
      <p:ext uri="{BB962C8B-B14F-4D97-AF65-F5344CB8AC3E}">
        <p14:creationId xmlns:p14="http://schemas.microsoft.com/office/powerpoint/2010/main" val="4653744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3346177D-ADC4-4968-B747-5CFCD390B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CFE08CD-BC16-CB56-BB4D-A0C3F8E09F27}"/>
              </a:ext>
            </a:extLst>
          </p:cNvPr>
          <p:cNvSpPr>
            <a:spLocks noGrp="1"/>
          </p:cNvSpPr>
          <p:nvPr>
            <p:ph type="title"/>
          </p:nvPr>
        </p:nvSpPr>
        <p:spPr>
          <a:xfrm>
            <a:off x="5596501" y="489508"/>
            <a:ext cx="5754896" cy="1667569"/>
          </a:xfrm>
        </p:spPr>
        <p:txBody>
          <a:bodyPr vert="horz" lIns="91440" tIns="45720" rIns="91440" bIns="45720" rtlCol="0" anchor="b">
            <a:normAutofit/>
          </a:bodyPr>
          <a:lstStyle/>
          <a:p>
            <a:r>
              <a:rPr lang="en-US" sz="3600" b="1" kern="1200" dirty="0">
                <a:latin typeface="+mj-lt"/>
                <a:ea typeface="+mj-ea"/>
                <a:cs typeface="+mj-cs"/>
              </a:rPr>
              <a:t>Most Administered Vaccine</a:t>
            </a:r>
            <a:br>
              <a:rPr lang="en-US" sz="3700" kern="1200" dirty="0">
                <a:solidFill>
                  <a:schemeClr val="tx1"/>
                </a:solidFill>
                <a:latin typeface="+mj-lt"/>
                <a:ea typeface="+mj-ea"/>
                <a:cs typeface="+mj-cs"/>
              </a:rPr>
            </a:br>
            <a:endParaRPr lang="en-US" sz="3700" kern="1200" dirty="0">
              <a:solidFill>
                <a:schemeClr val="tx1"/>
              </a:solidFill>
              <a:latin typeface="+mj-lt"/>
              <a:ea typeface="+mj-ea"/>
              <a:cs typeface="+mj-cs"/>
            </a:endParaRPr>
          </a:p>
        </p:txBody>
      </p:sp>
      <p:sp>
        <p:nvSpPr>
          <p:cNvPr id="36" name="Rectangle 35">
            <a:extLst>
              <a:ext uri="{FF2B5EF4-FFF2-40B4-BE49-F238E27FC236}">
                <a16:creationId xmlns:a16="http://schemas.microsoft.com/office/drawing/2014/main" id="{0844A943-BF79-4FEA-ABB1-3BD54D2366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90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6437CC72-F4A8-4DC3-AFAB-D22C482C81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50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2" name="Content Placeholder 21">
            <a:extLst>
              <a:ext uri="{FF2B5EF4-FFF2-40B4-BE49-F238E27FC236}">
                <a16:creationId xmlns:a16="http://schemas.microsoft.com/office/drawing/2014/main" id="{8E90BAC3-7E34-7083-3459-19E29716514D}"/>
              </a:ext>
            </a:extLst>
          </p:cNvPr>
          <p:cNvGraphicFramePr>
            <a:graphicFrameLocks noGrp="1"/>
          </p:cNvGraphicFramePr>
          <p:nvPr>
            <p:ph idx="1"/>
            <p:extLst>
              <p:ext uri="{D42A27DB-BD31-4B8C-83A1-F6EECF244321}">
                <p14:modId xmlns:p14="http://schemas.microsoft.com/office/powerpoint/2010/main" val="3905336666"/>
              </p:ext>
            </p:extLst>
          </p:nvPr>
        </p:nvGraphicFramePr>
        <p:xfrm>
          <a:off x="1068130" y="918640"/>
          <a:ext cx="3876165" cy="458902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5" name="Chart 24">
            <a:extLst>
              <a:ext uri="{FF2B5EF4-FFF2-40B4-BE49-F238E27FC236}">
                <a16:creationId xmlns:a16="http://schemas.microsoft.com/office/drawing/2014/main" id="{5D2FBEA0-7CC3-ADE9-39FA-2FFDAA58E655}"/>
              </a:ext>
            </a:extLst>
          </p:cNvPr>
          <p:cNvGraphicFramePr>
            <a:graphicFrameLocks/>
          </p:cNvGraphicFramePr>
          <p:nvPr>
            <p:extLst>
              <p:ext uri="{D42A27DB-BD31-4B8C-83A1-F6EECF244321}">
                <p14:modId xmlns:p14="http://schemas.microsoft.com/office/powerpoint/2010/main" val="1882137714"/>
              </p:ext>
            </p:extLst>
          </p:nvPr>
        </p:nvGraphicFramePr>
        <p:xfrm>
          <a:off x="583721" y="1839432"/>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0" name="TextBox 23">
            <a:extLst>
              <a:ext uri="{FF2B5EF4-FFF2-40B4-BE49-F238E27FC236}">
                <a16:creationId xmlns:a16="http://schemas.microsoft.com/office/drawing/2014/main" id="{424FAA7A-4E5C-B563-4000-F4D1420D652F}"/>
              </a:ext>
            </a:extLst>
          </p:cNvPr>
          <p:cNvGraphicFramePr/>
          <p:nvPr/>
        </p:nvGraphicFramePr>
        <p:xfrm>
          <a:off x="5596502" y="2405894"/>
          <a:ext cx="5754896" cy="319746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6241177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6D2B2-B835-CF82-5C91-A9B7B02653CC}"/>
              </a:ext>
            </a:extLst>
          </p:cNvPr>
          <p:cNvSpPr>
            <a:spLocks noGrp="1"/>
          </p:cNvSpPr>
          <p:nvPr>
            <p:ph type="title"/>
          </p:nvPr>
        </p:nvSpPr>
        <p:spPr>
          <a:xfrm>
            <a:off x="838200" y="365125"/>
            <a:ext cx="10515600" cy="865577"/>
          </a:xfrm>
        </p:spPr>
        <p:txBody>
          <a:bodyPr>
            <a:normAutofit/>
          </a:bodyPr>
          <a:lstStyle/>
          <a:p>
            <a:r>
              <a:rPr lang="en-US" sz="3200" b="1" dirty="0">
                <a:solidFill>
                  <a:schemeClr val="tx2">
                    <a:lumMod val="75000"/>
                    <a:lumOff val="25000"/>
                  </a:schemeClr>
                </a:solidFill>
              </a:rPr>
              <a:t>Question 2</a:t>
            </a:r>
          </a:p>
        </p:txBody>
      </p:sp>
      <p:sp>
        <p:nvSpPr>
          <p:cNvPr id="3" name="Content Placeholder 2">
            <a:extLst>
              <a:ext uri="{FF2B5EF4-FFF2-40B4-BE49-F238E27FC236}">
                <a16:creationId xmlns:a16="http://schemas.microsoft.com/office/drawing/2014/main" id="{2388CD12-A9BA-4B47-5602-B35AEDC3FE38}"/>
              </a:ext>
            </a:extLst>
          </p:cNvPr>
          <p:cNvSpPr>
            <a:spLocks noGrp="1"/>
          </p:cNvSpPr>
          <p:nvPr>
            <p:ph idx="1"/>
          </p:nvPr>
        </p:nvSpPr>
        <p:spPr>
          <a:xfrm>
            <a:off x="514350" y="1230702"/>
            <a:ext cx="10839450" cy="5322498"/>
          </a:xfrm>
        </p:spPr>
        <p:txBody>
          <a:bodyPr/>
          <a:lstStyle/>
          <a:p>
            <a:r>
              <a:rPr lang="en-US" sz="2000" b="1" dirty="0"/>
              <a:t>Which Countries Administered the Highest Number of Vaccinations?</a:t>
            </a:r>
          </a:p>
          <a:p>
            <a:pPr marL="0" indent="0">
              <a:buNone/>
            </a:pPr>
            <a:r>
              <a:rPr lang="en-US" sz="1800" b="1" dirty="0"/>
              <a:t>     SQL Query</a:t>
            </a:r>
          </a:p>
          <a:p>
            <a:pPr marL="0" indent="0">
              <a:buNone/>
            </a:pPr>
            <a:endParaRPr lang="en-US" dirty="0"/>
          </a:p>
        </p:txBody>
      </p:sp>
      <p:pic>
        <p:nvPicPr>
          <p:cNvPr id="5" name="Picture 4" descr="The SQL query retrieves a list of countries and their total vaccinations, sorted by the number of vaccinations in descending order.">
            <a:extLst>
              <a:ext uri="{FF2B5EF4-FFF2-40B4-BE49-F238E27FC236}">
                <a16:creationId xmlns:a16="http://schemas.microsoft.com/office/drawing/2014/main" id="{8D521484-2E18-2DBB-C215-8778A88618B1}"/>
              </a:ext>
            </a:extLst>
          </p:cNvPr>
          <p:cNvPicPr>
            <a:picLocks noChangeAspect="1"/>
          </p:cNvPicPr>
          <p:nvPr/>
        </p:nvPicPr>
        <p:blipFill>
          <a:blip r:embed="rId2"/>
          <a:stretch>
            <a:fillRect/>
          </a:stretch>
        </p:blipFill>
        <p:spPr>
          <a:xfrm>
            <a:off x="773035" y="2067689"/>
            <a:ext cx="8813788" cy="1719532"/>
          </a:xfrm>
          <a:prstGeom prst="rect">
            <a:avLst/>
          </a:prstGeom>
        </p:spPr>
      </p:pic>
      <p:pic>
        <p:nvPicPr>
          <p:cNvPr id="7" name="Picture 6" descr="The image displays a table listing various countries and their respective total vaccination numbers.&#10;&#10;AI-generated content may be incorrect.">
            <a:extLst>
              <a:ext uri="{FF2B5EF4-FFF2-40B4-BE49-F238E27FC236}">
                <a16:creationId xmlns:a16="http://schemas.microsoft.com/office/drawing/2014/main" id="{3A20CF26-2EB4-AADA-4DF0-F743768A2E1F}"/>
              </a:ext>
            </a:extLst>
          </p:cNvPr>
          <p:cNvPicPr>
            <a:picLocks noChangeAspect="1"/>
          </p:cNvPicPr>
          <p:nvPr/>
        </p:nvPicPr>
        <p:blipFill>
          <a:blip r:embed="rId3"/>
          <a:stretch>
            <a:fillRect/>
          </a:stretch>
        </p:blipFill>
        <p:spPr>
          <a:xfrm>
            <a:off x="773035" y="4324605"/>
            <a:ext cx="8886948" cy="1719532"/>
          </a:xfrm>
          <a:prstGeom prst="rect">
            <a:avLst/>
          </a:prstGeom>
        </p:spPr>
      </p:pic>
      <p:sp>
        <p:nvSpPr>
          <p:cNvPr id="11" name="TextBox 10">
            <a:extLst>
              <a:ext uri="{FF2B5EF4-FFF2-40B4-BE49-F238E27FC236}">
                <a16:creationId xmlns:a16="http://schemas.microsoft.com/office/drawing/2014/main" id="{C7097CCC-D348-F7C4-99C8-342B760EEBAC}"/>
              </a:ext>
            </a:extLst>
          </p:cNvPr>
          <p:cNvSpPr txBox="1"/>
          <p:nvPr/>
        </p:nvSpPr>
        <p:spPr>
          <a:xfrm>
            <a:off x="773035" y="3953998"/>
            <a:ext cx="2447925" cy="400110"/>
          </a:xfrm>
          <a:prstGeom prst="rect">
            <a:avLst/>
          </a:prstGeom>
          <a:noFill/>
        </p:spPr>
        <p:txBody>
          <a:bodyPr wrap="square" rtlCol="0">
            <a:spAutoFit/>
          </a:bodyPr>
          <a:lstStyle/>
          <a:p>
            <a:r>
              <a:rPr lang="en-US" sz="2000" b="1" dirty="0"/>
              <a:t>Result</a:t>
            </a:r>
          </a:p>
        </p:txBody>
      </p:sp>
    </p:spTree>
    <p:extLst>
      <p:ext uri="{BB962C8B-B14F-4D97-AF65-F5344CB8AC3E}">
        <p14:creationId xmlns:p14="http://schemas.microsoft.com/office/powerpoint/2010/main" val="23953192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3F9F98F-6E9B-251B-3C6A-1353AA868212}"/>
              </a:ext>
            </a:extLst>
          </p:cNvPr>
          <p:cNvSpPr>
            <a:spLocks noGrp="1"/>
          </p:cNvSpPr>
          <p:nvPr>
            <p:ph type="title"/>
          </p:nvPr>
        </p:nvSpPr>
        <p:spPr>
          <a:xfrm>
            <a:off x="645064" y="525982"/>
            <a:ext cx="4282983" cy="1200361"/>
          </a:xfrm>
        </p:spPr>
        <p:txBody>
          <a:bodyPr vert="horz" lIns="91440" tIns="45720" rIns="91440" bIns="45720" rtlCol="0" anchor="b">
            <a:normAutofit/>
          </a:bodyPr>
          <a:lstStyle/>
          <a:p>
            <a:r>
              <a:rPr lang="en-US" sz="3600" b="1" kern="1200" dirty="0">
                <a:solidFill>
                  <a:schemeClr val="tx1"/>
                </a:solidFill>
                <a:latin typeface="+mj-lt"/>
                <a:ea typeface="+mj-ea"/>
                <a:cs typeface="+mj-cs"/>
              </a:rPr>
              <a:t>Top 5 Countries by Total Vaccinations</a:t>
            </a:r>
          </a:p>
        </p:txBody>
      </p:sp>
      <p:sp>
        <p:nvSpPr>
          <p:cNvPr id="37" name="Rectangle 36">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3EF3846E-E8E3-1C6D-D84E-4E0431FC4F9F}"/>
              </a:ext>
            </a:extLst>
          </p:cNvPr>
          <p:cNvSpPr txBox="1"/>
          <p:nvPr/>
        </p:nvSpPr>
        <p:spPr>
          <a:xfrm>
            <a:off x="645066" y="2031101"/>
            <a:ext cx="4282984" cy="3511943"/>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b="1" dirty="0"/>
              <a:t>Business Insight</a:t>
            </a:r>
          </a:p>
          <a:p>
            <a:pPr indent="-228600">
              <a:lnSpc>
                <a:spcPct val="90000"/>
              </a:lnSpc>
              <a:spcAft>
                <a:spcPts val="600"/>
              </a:spcAft>
              <a:buFont typeface="Arial" panose="020B0604020202020204" pitchFamily="34" charset="0"/>
              <a:buChar char="•"/>
            </a:pPr>
            <a:r>
              <a:rPr lang="en-US" dirty="0"/>
              <a:t>The countries with the highest vaccination totals demonstrate strong vaccination activity within the dataset.</a:t>
            </a:r>
          </a:p>
          <a:p>
            <a:pPr indent="-228600">
              <a:lnSpc>
                <a:spcPct val="90000"/>
              </a:lnSpc>
              <a:spcAft>
                <a:spcPts val="600"/>
              </a:spcAft>
              <a:buFont typeface="Arial" panose="020B0604020202020204" pitchFamily="34" charset="0"/>
              <a:buChar char="•"/>
            </a:pPr>
            <a:r>
              <a:rPr lang="en-US" dirty="0"/>
              <a:t> These findings help identify the highest-performing countries and provide valuable information for comparing immunization efforts across the region.</a:t>
            </a:r>
          </a:p>
        </p:txBody>
      </p:sp>
      <p:sp>
        <p:nvSpPr>
          <p:cNvPr id="39" name="Rectangle 38">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hart 4">
            <a:extLst>
              <a:ext uri="{FF2B5EF4-FFF2-40B4-BE49-F238E27FC236}">
                <a16:creationId xmlns:a16="http://schemas.microsoft.com/office/drawing/2014/main" id="{A5DD2BE8-2251-3632-6870-D03D78B5736C}"/>
              </a:ext>
            </a:extLst>
          </p:cNvPr>
          <p:cNvGraphicFramePr>
            <a:graphicFrameLocks/>
          </p:cNvGraphicFramePr>
          <p:nvPr>
            <p:extLst>
              <p:ext uri="{D42A27DB-BD31-4B8C-83A1-F6EECF244321}">
                <p14:modId xmlns:p14="http://schemas.microsoft.com/office/powerpoint/2010/main" val="3808981393"/>
              </p:ext>
            </p:extLst>
          </p:nvPr>
        </p:nvGraphicFramePr>
        <p:xfrm>
          <a:off x="5987738" y="650494"/>
          <a:ext cx="5628018" cy="532414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6961298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D6E56-9287-F89A-5383-95B139C068D7}"/>
              </a:ext>
            </a:extLst>
          </p:cNvPr>
          <p:cNvSpPr>
            <a:spLocks noGrp="1"/>
          </p:cNvSpPr>
          <p:nvPr>
            <p:ph type="title"/>
          </p:nvPr>
        </p:nvSpPr>
        <p:spPr>
          <a:xfrm>
            <a:off x="724619" y="228576"/>
            <a:ext cx="10629181" cy="888581"/>
          </a:xfrm>
        </p:spPr>
        <p:txBody>
          <a:bodyPr>
            <a:normAutofit/>
          </a:bodyPr>
          <a:lstStyle/>
          <a:p>
            <a:r>
              <a:rPr lang="en-US" sz="3200" b="1" dirty="0">
                <a:solidFill>
                  <a:schemeClr val="tx2">
                    <a:lumMod val="75000"/>
                    <a:lumOff val="25000"/>
                  </a:schemeClr>
                </a:solidFill>
              </a:rPr>
              <a:t>Question 3</a:t>
            </a:r>
          </a:p>
        </p:txBody>
      </p:sp>
      <p:sp>
        <p:nvSpPr>
          <p:cNvPr id="3" name="Content Placeholder 2">
            <a:extLst>
              <a:ext uri="{FF2B5EF4-FFF2-40B4-BE49-F238E27FC236}">
                <a16:creationId xmlns:a16="http://schemas.microsoft.com/office/drawing/2014/main" id="{0158A993-D1B6-D988-E256-1838B0BB11C7}"/>
              </a:ext>
            </a:extLst>
          </p:cNvPr>
          <p:cNvSpPr>
            <a:spLocks noGrp="1"/>
          </p:cNvSpPr>
          <p:nvPr>
            <p:ph idx="1"/>
          </p:nvPr>
        </p:nvSpPr>
        <p:spPr>
          <a:xfrm>
            <a:off x="838200" y="1150189"/>
            <a:ext cx="10515600" cy="5026774"/>
          </a:xfrm>
        </p:spPr>
        <p:txBody>
          <a:bodyPr>
            <a:normAutofit/>
          </a:bodyPr>
          <a:lstStyle/>
          <a:p>
            <a:r>
              <a:rPr lang="en-US" sz="2000" b="1" dirty="0"/>
              <a:t>Regions With More Than 500,000 Vaccinations</a:t>
            </a:r>
          </a:p>
          <a:p>
            <a:pPr marL="0" indent="0">
              <a:buNone/>
            </a:pPr>
            <a:r>
              <a:rPr lang="en-US" sz="1600" b="1" dirty="0"/>
              <a:t>SQL Query</a:t>
            </a:r>
          </a:p>
          <a:p>
            <a:endParaRPr lang="en-US" sz="1600" dirty="0"/>
          </a:p>
        </p:txBody>
      </p:sp>
      <p:pic>
        <p:nvPicPr>
          <p:cNvPr id="5" name="Picture 4" descr="The provided text appears to be a snippet of an SQL query designed to select regions from a database and sum the total vaccinations given in those regions, filtering for regions where the total number of vaccinations exceeds 500,000, and then ordering the results in descending order by the total number of vaccinations.&#10;&#10;AI-generated content may be incorrect.">
            <a:extLst>
              <a:ext uri="{FF2B5EF4-FFF2-40B4-BE49-F238E27FC236}">
                <a16:creationId xmlns:a16="http://schemas.microsoft.com/office/drawing/2014/main" id="{BE4F6BD1-3799-9904-C09F-2E92CBD8D4D0}"/>
              </a:ext>
            </a:extLst>
          </p:cNvPr>
          <p:cNvPicPr>
            <a:picLocks noChangeAspect="1"/>
          </p:cNvPicPr>
          <p:nvPr/>
        </p:nvPicPr>
        <p:blipFill>
          <a:blip r:embed="rId2"/>
          <a:stretch>
            <a:fillRect/>
          </a:stretch>
        </p:blipFill>
        <p:spPr>
          <a:xfrm>
            <a:off x="838200" y="1886521"/>
            <a:ext cx="10025332" cy="1713780"/>
          </a:xfrm>
          <a:prstGeom prst="rect">
            <a:avLst/>
          </a:prstGeom>
        </p:spPr>
      </p:pic>
      <p:pic>
        <p:nvPicPr>
          <p:cNvPr id="7" name="Picture 6" descr="The image displays a data table listing regions and their respective total vaccination counts, with columns for region names and numerical data.">
            <a:extLst>
              <a:ext uri="{FF2B5EF4-FFF2-40B4-BE49-F238E27FC236}">
                <a16:creationId xmlns:a16="http://schemas.microsoft.com/office/drawing/2014/main" id="{B3257A74-BA0B-F555-EBF6-4F64E8BCE18D}"/>
              </a:ext>
            </a:extLst>
          </p:cNvPr>
          <p:cNvPicPr>
            <a:picLocks noChangeAspect="1"/>
          </p:cNvPicPr>
          <p:nvPr/>
        </p:nvPicPr>
        <p:blipFill>
          <a:blip r:embed="rId3"/>
          <a:stretch>
            <a:fillRect/>
          </a:stretch>
        </p:blipFill>
        <p:spPr>
          <a:xfrm>
            <a:off x="768349" y="4214514"/>
            <a:ext cx="10025333" cy="1453431"/>
          </a:xfrm>
          <a:prstGeom prst="rect">
            <a:avLst/>
          </a:prstGeom>
        </p:spPr>
      </p:pic>
      <p:sp>
        <p:nvSpPr>
          <p:cNvPr id="11" name="TextBox 10">
            <a:extLst>
              <a:ext uri="{FF2B5EF4-FFF2-40B4-BE49-F238E27FC236}">
                <a16:creationId xmlns:a16="http://schemas.microsoft.com/office/drawing/2014/main" id="{4CF1E950-0B47-C8CC-A657-B39854B1D0DA}"/>
              </a:ext>
            </a:extLst>
          </p:cNvPr>
          <p:cNvSpPr txBox="1"/>
          <p:nvPr/>
        </p:nvSpPr>
        <p:spPr>
          <a:xfrm>
            <a:off x="768349" y="3779119"/>
            <a:ext cx="2447925" cy="369332"/>
          </a:xfrm>
          <a:prstGeom prst="rect">
            <a:avLst/>
          </a:prstGeom>
          <a:noFill/>
        </p:spPr>
        <p:txBody>
          <a:bodyPr wrap="square" rtlCol="0">
            <a:spAutoFit/>
          </a:bodyPr>
          <a:lstStyle/>
          <a:p>
            <a:r>
              <a:rPr lang="en-US" b="1" dirty="0"/>
              <a:t>Result</a:t>
            </a:r>
          </a:p>
        </p:txBody>
      </p:sp>
    </p:spTree>
    <p:extLst>
      <p:ext uri="{BB962C8B-B14F-4D97-AF65-F5344CB8AC3E}">
        <p14:creationId xmlns:p14="http://schemas.microsoft.com/office/powerpoint/2010/main" val="38564598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924B87FB-19A8-9CBA-F12F-4F26AFB8EC32}"/>
              </a:ext>
            </a:extLst>
          </p:cNvPr>
          <p:cNvGraphicFramePr>
            <a:graphicFrameLocks/>
          </p:cNvGraphicFramePr>
          <p:nvPr>
            <p:extLst>
              <p:ext uri="{D42A27DB-BD31-4B8C-83A1-F6EECF244321}">
                <p14:modId xmlns:p14="http://schemas.microsoft.com/office/powerpoint/2010/main" val="2377003331"/>
              </p:ext>
            </p:extLst>
          </p:nvPr>
        </p:nvGraphicFramePr>
        <p:xfrm>
          <a:off x="309155" y="1407059"/>
          <a:ext cx="5672000" cy="5158046"/>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a:extLst>
              <a:ext uri="{FF2B5EF4-FFF2-40B4-BE49-F238E27FC236}">
                <a16:creationId xmlns:a16="http://schemas.microsoft.com/office/drawing/2014/main" id="{209275B4-9DD6-971C-6382-0CFEA75F6C0D}"/>
              </a:ext>
            </a:extLst>
          </p:cNvPr>
          <p:cNvSpPr txBox="1"/>
          <p:nvPr/>
        </p:nvSpPr>
        <p:spPr>
          <a:xfrm>
            <a:off x="1441847" y="422173"/>
            <a:ext cx="9308305" cy="584775"/>
          </a:xfrm>
          <a:prstGeom prst="rect">
            <a:avLst/>
          </a:prstGeom>
          <a:noFill/>
        </p:spPr>
        <p:txBody>
          <a:bodyPr wrap="square">
            <a:spAutoFit/>
          </a:bodyPr>
          <a:lstStyle/>
          <a:p>
            <a:r>
              <a:rPr lang="en-US" sz="3200" b="1" dirty="0"/>
              <a:t>Regions With More Than 500,000 Vaccinations</a:t>
            </a:r>
          </a:p>
        </p:txBody>
      </p:sp>
      <p:sp>
        <p:nvSpPr>
          <p:cNvPr id="8" name="TextBox 7">
            <a:extLst>
              <a:ext uri="{FF2B5EF4-FFF2-40B4-BE49-F238E27FC236}">
                <a16:creationId xmlns:a16="http://schemas.microsoft.com/office/drawing/2014/main" id="{44778438-8C09-6481-118D-91EACA0732FB}"/>
              </a:ext>
            </a:extLst>
          </p:cNvPr>
          <p:cNvSpPr txBox="1"/>
          <p:nvPr/>
        </p:nvSpPr>
        <p:spPr>
          <a:xfrm>
            <a:off x="5981155" y="3210712"/>
            <a:ext cx="6097088" cy="1754326"/>
          </a:xfrm>
          <a:prstGeom prst="rect">
            <a:avLst/>
          </a:prstGeom>
          <a:noFill/>
        </p:spPr>
        <p:txBody>
          <a:bodyPr wrap="square">
            <a:spAutoFit/>
          </a:bodyPr>
          <a:lstStyle/>
          <a:p>
            <a:r>
              <a:rPr lang="en-US" dirty="0"/>
              <a:t>Southeast Asia recorded the highest vaccination total with 15,636,000 vaccinations, followed by South Asia. These findings indicate that vaccination activity was concentrated in a few high-performing regions, highlighting areas that require continued monitoring and sustained immunization efforts.</a:t>
            </a:r>
          </a:p>
        </p:txBody>
      </p:sp>
      <p:sp>
        <p:nvSpPr>
          <p:cNvPr id="9" name="TextBox 8">
            <a:extLst>
              <a:ext uri="{FF2B5EF4-FFF2-40B4-BE49-F238E27FC236}">
                <a16:creationId xmlns:a16="http://schemas.microsoft.com/office/drawing/2014/main" id="{5C18B7A3-ABDB-6160-8783-03361E6E9C84}"/>
              </a:ext>
            </a:extLst>
          </p:cNvPr>
          <p:cNvSpPr txBox="1"/>
          <p:nvPr/>
        </p:nvSpPr>
        <p:spPr>
          <a:xfrm flipH="1">
            <a:off x="5981155" y="2731498"/>
            <a:ext cx="2821578" cy="369332"/>
          </a:xfrm>
          <a:prstGeom prst="rect">
            <a:avLst/>
          </a:prstGeom>
          <a:noFill/>
        </p:spPr>
        <p:txBody>
          <a:bodyPr wrap="square" rtlCol="0">
            <a:spAutoFit/>
          </a:bodyPr>
          <a:lstStyle/>
          <a:p>
            <a:r>
              <a:rPr lang="en-US" b="1" dirty="0"/>
              <a:t>Business Insight</a:t>
            </a:r>
          </a:p>
        </p:txBody>
      </p:sp>
      <p:sp>
        <p:nvSpPr>
          <p:cNvPr id="11" name="TextBox 10">
            <a:extLst>
              <a:ext uri="{FF2B5EF4-FFF2-40B4-BE49-F238E27FC236}">
                <a16:creationId xmlns:a16="http://schemas.microsoft.com/office/drawing/2014/main" id="{096879A2-670E-56E4-6FFF-442A68FEC4D1}"/>
              </a:ext>
            </a:extLst>
          </p:cNvPr>
          <p:cNvSpPr txBox="1"/>
          <p:nvPr/>
        </p:nvSpPr>
        <p:spPr>
          <a:xfrm>
            <a:off x="6038490" y="5237715"/>
            <a:ext cx="6096000" cy="1477328"/>
          </a:xfrm>
          <a:prstGeom prst="rect">
            <a:avLst/>
          </a:prstGeom>
          <a:noFill/>
        </p:spPr>
        <p:txBody>
          <a:bodyPr wrap="square">
            <a:spAutoFit/>
          </a:bodyPr>
          <a:lstStyle/>
          <a:p>
            <a:r>
              <a:rPr lang="en-US" dirty="0"/>
              <a:t>One notable observation is that Southeast Asia administered more than three times the number of vaccinations recorded in Central Asia, suggesting considerable variation in vaccination activity across the regions."</a:t>
            </a:r>
          </a:p>
        </p:txBody>
      </p:sp>
    </p:spTree>
    <p:extLst>
      <p:ext uri="{BB962C8B-B14F-4D97-AF65-F5344CB8AC3E}">
        <p14:creationId xmlns:p14="http://schemas.microsoft.com/office/powerpoint/2010/main" val="15276093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8BC17D-EB1D-9E08-1ECF-03C06A2F956F}"/>
              </a:ext>
            </a:extLst>
          </p:cNvPr>
          <p:cNvSpPr>
            <a:spLocks noGrp="1"/>
          </p:cNvSpPr>
          <p:nvPr>
            <p:ph type="title"/>
          </p:nvPr>
        </p:nvSpPr>
        <p:spPr/>
        <p:txBody>
          <a:bodyPr>
            <a:normAutofit/>
          </a:bodyPr>
          <a:lstStyle/>
          <a:p>
            <a:r>
              <a:rPr lang="en-US" sz="3200" b="1" dirty="0">
                <a:solidFill>
                  <a:schemeClr val="tx2">
                    <a:lumMod val="75000"/>
                    <a:lumOff val="25000"/>
                  </a:schemeClr>
                </a:solidFill>
              </a:rPr>
              <a:t>Question 4 </a:t>
            </a:r>
            <a:br>
              <a:rPr lang="en-US" sz="3200" b="1" dirty="0">
                <a:solidFill>
                  <a:schemeClr val="tx2">
                    <a:lumMod val="75000"/>
                    <a:lumOff val="25000"/>
                  </a:schemeClr>
                </a:solidFill>
              </a:rPr>
            </a:br>
            <a:r>
              <a:rPr lang="en-US" sz="2800" b="1" dirty="0"/>
              <a:t>Least Administered Vaccine</a:t>
            </a:r>
          </a:p>
        </p:txBody>
      </p:sp>
      <p:sp>
        <p:nvSpPr>
          <p:cNvPr id="3" name="Content Placeholder 2">
            <a:extLst>
              <a:ext uri="{FF2B5EF4-FFF2-40B4-BE49-F238E27FC236}">
                <a16:creationId xmlns:a16="http://schemas.microsoft.com/office/drawing/2014/main" id="{3FC94DD0-9DE8-E498-E2CE-B3E4E1F2C9C8}"/>
              </a:ext>
            </a:extLst>
          </p:cNvPr>
          <p:cNvSpPr>
            <a:spLocks noGrp="1"/>
          </p:cNvSpPr>
          <p:nvPr>
            <p:ph idx="1"/>
          </p:nvPr>
        </p:nvSpPr>
        <p:spPr>
          <a:xfrm>
            <a:off x="838200" y="1466850"/>
            <a:ext cx="10515600" cy="4710113"/>
          </a:xfrm>
        </p:spPr>
        <p:txBody>
          <a:bodyPr/>
          <a:lstStyle/>
          <a:p>
            <a:pPr marL="0" indent="0">
              <a:buNone/>
            </a:pPr>
            <a:r>
              <a:rPr lang="en-US" sz="1800" b="1" dirty="0"/>
              <a:t>SQL Query</a:t>
            </a:r>
          </a:p>
          <a:p>
            <a:pPr marL="0" indent="0">
              <a:buNone/>
            </a:pPr>
            <a:endParaRPr lang="en-US" dirty="0"/>
          </a:p>
        </p:txBody>
      </p:sp>
      <p:pic>
        <p:nvPicPr>
          <p:cNvPr id="5" name="Picture 4" descr="The image depicts a database query result displaying the name and total number of vaccinations for the vaccine with the least number of administrations.">
            <a:extLst>
              <a:ext uri="{FF2B5EF4-FFF2-40B4-BE49-F238E27FC236}">
                <a16:creationId xmlns:a16="http://schemas.microsoft.com/office/drawing/2014/main" id="{CACD4789-67F2-2F64-3FF6-FF4D1E788828}"/>
              </a:ext>
            </a:extLst>
          </p:cNvPr>
          <p:cNvPicPr>
            <a:picLocks noChangeAspect="1"/>
          </p:cNvPicPr>
          <p:nvPr/>
        </p:nvPicPr>
        <p:blipFill>
          <a:blip r:embed="rId2"/>
          <a:stretch>
            <a:fillRect/>
          </a:stretch>
        </p:blipFill>
        <p:spPr>
          <a:xfrm>
            <a:off x="838200" y="1952703"/>
            <a:ext cx="9585671" cy="1927464"/>
          </a:xfrm>
          <a:prstGeom prst="rect">
            <a:avLst/>
          </a:prstGeom>
        </p:spPr>
      </p:pic>
      <p:pic>
        <p:nvPicPr>
          <p:cNvPr id="7" name="Picture 6" descr="The image shows a database table with columns for messages, notifications, SQL, vaccine name, and total vaccinations, with sample data entries for a BCG vaccine totaling 2,000,000.&#10;&#10;AI-generated content may be incorrect.">
            <a:extLst>
              <a:ext uri="{FF2B5EF4-FFF2-40B4-BE49-F238E27FC236}">
                <a16:creationId xmlns:a16="http://schemas.microsoft.com/office/drawing/2014/main" id="{08A8E03E-C192-B0E3-D34E-E8A8352518DE}"/>
              </a:ext>
            </a:extLst>
          </p:cNvPr>
          <p:cNvPicPr>
            <a:picLocks noChangeAspect="1"/>
          </p:cNvPicPr>
          <p:nvPr/>
        </p:nvPicPr>
        <p:blipFill>
          <a:blip r:embed="rId3"/>
          <a:stretch>
            <a:fillRect/>
          </a:stretch>
        </p:blipFill>
        <p:spPr>
          <a:xfrm>
            <a:off x="838200" y="4427418"/>
            <a:ext cx="9585671" cy="1927464"/>
          </a:xfrm>
          <a:prstGeom prst="rect">
            <a:avLst/>
          </a:prstGeom>
        </p:spPr>
      </p:pic>
      <p:sp>
        <p:nvSpPr>
          <p:cNvPr id="11" name="TextBox 10">
            <a:extLst>
              <a:ext uri="{FF2B5EF4-FFF2-40B4-BE49-F238E27FC236}">
                <a16:creationId xmlns:a16="http://schemas.microsoft.com/office/drawing/2014/main" id="{D9474689-2707-79D3-3F6A-98BCF522FD53}"/>
              </a:ext>
            </a:extLst>
          </p:cNvPr>
          <p:cNvSpPr txBox="1"/>
          <p:nvPr/>
        </p:nvSpPr>
        <p:spPr>
          <a:xfrm>
            <a:off x="838200" y="3880167"/>
            <a:ext cx="2447925" cy="369332"/>
          </a:xfrm>
          <a:prstGeom prst="rect">
            <a:avLst/>
          </a:prstGeom>
          <a:noFill/>
        </p:spPr>
        <p:txBody>
          <a:bodyPr wrap="square" rtlCol="0">
            <a:spAutoFit/>
          </a:bodyPr>
          <a:lstStyle/>
          <a:p>
            <a:r>
              <a:rPr lang="en-US" b="1" dirty="0"/>
              <a:t>Result</a:t>
            </a:r>
          </a:p>
        </p:txBody>
      </p:sp>
    </p:spTree>
    <p:extLst>
      <p:ext uri="{BB962C8B-B14F-4D97-AF65-F5344CB8AC3E}">
        <p14:creationId xmlns:p14="http://schemas.microsoft.com/office/powerpoint/2010/main" val="1204861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17561E0-9FF7-B766-938E-7F61CF7F121D}"/>
              </a:ext>
            </a:extLst>
          </p:cNvPr>
          <p:cNvSpPr>
            <a:spLocks noGrp="1"/>
          </p:cNvSpPr>
          <p:nvPr>
            <p:ph type="title"/>
          </p:nvPr>
        </p:nvSpPr>
        <p:spPr>
          <a:xfrm>
            <a:off x="645064" y="525982"/>
            <a:ext cx="4282983" cy="1200361"/>
          </a:xfrm>
        </p:spPr>
        <p:txBody>
          <a:bodyPr vert="horz" lIns="91440" tIns="45720" rIns="91440" bIns="45720" rtlCol="0" anchor="b">
            <a:normAutofit/>
          </a:bodyPr>
          <a:lstStyle/>
          <a:p>
            <a:r>
              <a:rPr lang="en-US" sz="2500" b="1" kern="1200">
                <a:solidFill>
                  <a:schemeClr val="tx1"/>
                </a:solidFill>
                <a:latin typeface="+mj-lt"/>
                <a:ea typeface="+mj-ea"/>
                <a:cs typeface="+mj-cs"/>
              </a:rPr>
              <a:t>Least Administered Vaccine by Total Vaccinations</a:t>
            </a:r>
          </a:p>
        </p:txBody>
      </p:sp>
      <p:sp>
        <p:nvSpPr>
          <p:cNvPr id="17" name="Rectangle 16">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885513D4-5AAF-07D0-919F-667A2A24E5C6}"/>
              </a:ext>
            </a:extLst>
          </p:cNvPr>
          <p:cNvSpPr txBox="1"/>
          <p:nvPr/>
        </p:nvSpPr>
        <p:spPr>
          <a:xfrm>
            <a:off x="645066" y="2031101"/>
            <a:ext cx="4282984" cy="3511943"/>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endParaRPr lang="en-US" b="1" dirty="0"/>
          </a:p>
          <a:p>
            <a:pPr indent="-228600">
              <a:lnSpc>
                <a:spcPct val="90000"/>
              </a:lnSpc>
              <a:spcAft>
                <a:spcPts val="600"/>
              </a:spcAft>
              <a:buFont typeface="Arial" panose="020B0604020202020204" pitchFamily="34" charset="0"/>
              <a:buChar char="•"/>
            </a:pPr>
            <a:r>
              <a:rPr lang="en-US" b="1" dirty="0"/>
              <a:t>Business Insight</a:t>
            </a:r>
          </a:p>
          <a:p>
            <a:pPr indent="-228600">
              <a:lnSpc>
                <a:spcPct val="90000"/>
              </a:lnSpc>
              <a:spcAft>
                <a:spcPts val="600"/>
              </a:spcAft>
              <a:buFont typeface="Arial" panose="020B0604020202020204" pitchFamily="34" charset="0"/>
              <a:buChar char="•"/>
            </a:pPr>
            <a:endParaRPr lang="en-US" b="1" dirty="0"/>
          </a:p>
          <a:p>
            <a:pPr indent="-228600">
              <a:lnSpc>
                <a:spcPct val="90000"/>
              </a:lnSpc>
              <a:spcAft>
                <a:spcPts val="600"/>
              </a:spcAft>
              <a:buFont typeface="Arial" panose="020B0604020202020204" pitchFamily="34" charset="0"/>
              <a:buChar char="•"/>
            </a:pPr>
            <a:r>
              <a:rPr lang="en-US" dirty="0"/>
              <a:t>BCG recorded the lowest total vaccinations, with 2,025,000 doses administered. This finding may indicate lower utilization within the dataset and highlights an opportunity for the Ministry of Health to further investigate factors influencing its administration.</a:t>
            </a:r>
          </a:p>
        </p:txBody>
      </p:sp>
      <p:sp>
        <p:nvSpPr>
          <p:cNvPr id="19" name="Rectangle 18">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Chart 3">
            <a:extLst>
              <a:ext uri="{FF2B5EF4-FFF2-40B4-BE49-F238E27FC236}">
                <a16:creationId xmlns:a16="http://schemas.microsoft.com/office/drawing/2014/main" id="{3BEE1E3B-04B5-D5A8-DB7D-F90A7D42B554}"/>
              </a:ext>
            </a:extLst>
          </p:cNvPr>
          <p:cNvGraphicFramePr>
            <a:graphicFrameLocks/>
          </p:cNvGraphicFramePr>
          <p:nvPr>
            <p:extLst>
              <p:ext uri="{D42A27DB-BD31-4B8C-83A1-F6EECF244321}">
                <p14:modId xmlns:p14="http://schemas.microsoft.com/office/powerpoint/2010/main" val="187332403"/>
              </p:ext>
            </p:extLst>
          </p:nvPr>
        </p:nvGraphicFramePr>
        <p:xfrm>
          <a:off x="5987738" y="650494"/>
          <a:ext cx="5628018" cy="532414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2394099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D684D-F815-E90A-4343-A0698E7C29C9}"/>
              </a:ext>
            </a:extLst>
          </p:cNvPr>
          <p:cNvSpPr>
            <a:spLocks noGrp="1"/>
          </p:cNvSpPr>
          <p:nvPr>
            <p:ph type="title"/>
          </p:nvPr>
        </p:nvSpPr>
        <p:spPr>
          <a:xfrm>
            <a:off x="838200" y="207963"/>
            <a:ext cx="10515600" cy="618452"/>
          </a:xfrm>
        </p:spPr>
        <p:txBody>
          <a:bodyPr>
            <a:normAutofit/>
          </a:bodyPr>
          <a:lstStyle/>
          <a:p>
            <a:r>
              <a:rPr lang="en-US" sz="3200" b="1" dirty="0">
                <a:solidFill>
                  <a:schemeClr val="tx2">
                    <a:lumMod val="75000"/>
                    <a:lumOff val="25000"/>
                  </a:schemeClr>
                </a:solidFill>
              </a:rPr>
              <a:t>Question 5</a:t>
            </a:r>
          </a:p>
        </p:txBody>
      </p:sp>
      <p:sp>
        <p:nvSpPr>
          <p:cNvPr id="3" name="Content Placeholder 2">
            <a:extLst>
              <a:ext uri="{FF2B5EF4-FFF2-40B4-BE49-F238E27FC236}">
                <a16:creationId xmlns:a16="http://schemas.microsoft.com/office/drawing/2014/main" id="{DA68EEAC-08F9-9D8B-893F-30CA503865AA}"/>
              </a:ext>
            </a:extLst>
          </p:cNvPr>
          <p:cNvSpPr>
            <a:spLocks noGrp="1"/>
          </p:cNvSpPr>
          <p:nvPr>
            <p:ph idx="1"/>
          </p:nvPr>
        </p:nvSpPr>
        <p:spPr>
          <a:xfrm>
            <a:off x="838200" y="971550"/>
            <a:ext cx="10515600" cy="5205413"/>
          </a:xfrm>
        </p:spPr>
        <p:txBody>
          <a:bodyPr/>
          <a:lstStyle/>
          <a:p>
            <a:r>
              <a:rPr lang="en-US" sz="2000" b="1" dirty="0"/>
              <a:t>Countries With the Highest Average Vaccinations Per Report</a:t>
            </a:r>
          </a:p>
          <a:p>
            <a:pPr marL="0" indent="0">
              <a:buNone/>
            </a:pPr>
            <a:r>
              <a:rPr lang="en-US" sz="1800" b="1" dirty="0"/>
              <a:t>SQL Query</a:t>
            </a:r>
          </a:p>
          <a:p>
            <a:pPr marL="0" indent="0">
              <a:buNone/>
            </a:pPr>
            <a:endParaRPr lang="en-US" dirty="0"/>
          </a:p>
        </p:txBody>
      </p:sp>
      <p:pic>
        <p:nvPicPr>
          <p:cNvPr id="5" name="Picture 4" descr="The image displays a SQL query that retrieves the average number of vaccinations given per country, grouped by country names and sorted in descending order.&#10;&#10;AI-generated content may be incorrect.">
            <a:extLst>
              <a:ext uri="{FF2B5EF4-FFF2-40B4-BE49-F238E27FC236}">
                <a16:creationId xmlns:a16="http://schemas.microsoft.com/office/drawing/2014/main" id="{7D4B3F1A-5A33-F3FC-8C1E-A15EFDE1DA34}"/>
              </a:ext>
            </a:extLst>
          </p:cNvPr>
          <p:cNvPicPr>
            <a:picLocks noChangeAspect="1"/>
          </p:cNvPicPr>
          <p:nvPr/>
        </p:nvPicPr>
        <p:blipFill>
          <a:blip r:embed="rId2"/>
          <a:stretch>
            <a:fillRect/>
          </a:stretch>
        </p:blipFill>
        <p:spPr>
          <a:xfrm>
            <a:off x="838200" y="1752600"/>
            <a:ext cx="9663112" cy="1785149"/>
          </a:xfrm>
          <a:prstGeom prst="rect">
            <a:avLst/>
          </a:prstGeom>
        </p:spPr>
      </p:pic>
      <p:pic>
        <p:nvPicPr>
          <p:cNvPr id="7" name="Picture 6" descr="The image displays a table listing countries with their corresponding average vaccination numbers.&#10;&#10;AI-generated content may be incorrect.">
            <a:extLst>
              <a:ext uri="{FF2B5EF4-FFF2-40B4-BE49-F238E27FC236}">
                <a16:creationId xmlns:a16="http://schemas.microsoft.com/office/drawing/2014/main" id="{88DA8C7E-0084-E48B-9F83-689213E27B60}"/>
              </a:ext>
            </a:extLst>
          </p:cNvPr>
          <p:cNvPicPr>
            <a:picLocks noChangeAspect="1"/>
          </p:cNvPicPr>
          <p:nvPr/>
        </p:nvPicPr>
        <p:blipFill>
          <a:blip r:embed="rId3"/>
          <a:stretch>
            <a:fillRect/>
          </a:stretch>
        </p:blipFill>
        <p:spPr>
          <a:xfrm>
            <a:off x="838199" y="4197350"/>
            <a:ext cx="9714781" cy="2343150"/>
          </a:xfrm>
          <a:prstGeom prst="rect">
            <a:avLst/>
          </a:prstGeom>
        </p:spPr>
      </p:pic>
      <p:sp>
        <p:nvSpPr>
          <p:cNvPr id="11" name="TextBox 10">
            <a:extLst>
              <a:ext uri="{FF2B5EF4-FFF2-40B4-BE49-F238E27FC236}">
                <a16:creationId xmlns:a16="http://schemas.microsoft.com/office/drawing/2014/main" id="{75E2DFDE-BA0E-4F52-4F4A-8E104E204F42}"/>
              </a:ext>
            </a:extLst>
          </p:cNvPr>
          <p:cNvSpPr txBox="1"/>
          <p:nvPr/>
        </p:nvSpPr>
        <p:spPr>
          <a:xfrm>
            <a:off x="743147" y="3682883"/>
            <a:ext cx="2447925" cy="369332"/>
          </a:xfrm>
          <a:prstGeom prst="rect">
            <a:avLst/>
          </a:prstGeom>
          <a:noFill/>
        </p:spPr>
        <p:txBody>
          <a:bodyPr wrap="square" rtlCol="0">
            <a:spAutoFit/>
          </a:bodyPr>
          <a:lstStyle/>
          <a:p>
            <a:r>
              <a:rPr lang="en-US" b="1" dirty="0"/>
              <a:t>Result</a:t>
            </a:r>
          </a:p>
        </p:txBody>
      </p:sp>
    </p:spTree>
    <p:extLst>
      <p:ext uri="{BB962C8B-B14F-4D97-AF65-F5344CB8AC3E}">
        <p14:creationId xmlns:p14="http://schemas.microsoft.com/office/powerpoint/2010/main" val="16848618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4C3BB-2AC0-40F6-1EF2-8BA4716DD2C9}"/>
              </a:ext>
            </a:extLst>
          </p:cNvPr>
          <p:cNvSpPr>
            <a:spLocks noGrp="1"/>
          </p:cNvSpPr>
          <p:nvPr>
            <p:ph type="title"/>
          </p:nvPr>
        </p:nvSpPr>
        <p:spPr/>
        <p:txBody>
          <a:bodyPr>
            <a:normAutofit/>
          </a:bodyPr>
          <a:lstStyle/>
          <a:p>
            <a:r>
              <a:rPr lang="en-US" sz="3200" dirty="0"/>
              <a:t>Top 5 Countries by Average Vaccinations per Report</a:t>
            </a:r>
          </a:p>
        </p:txBody>
      </p:sp>
      <p:graphicFrame>
        <p:nvGraphicFramePr>
          <p:cNvPr id="5" name="Chart 4">
            <a:extLst>
              <a:ext uri="{FF2B5EF4-FFF2-40B4-BE49-F238E27FC236}">
                <a16:creationId xmlns:a16="http://schemas.microsoft.com/office/drawing/2014/main" id="{16107C19-DCC1-9641-356C-BE63532E0E2F}"/>
              </a:ext>
            </a:extLst>
          </p:cNvPr>
          <p:cNvGraphicFramePr>
            <a:graphicFrameLocks/>
          </p:cNvGraphicFramePr>
          <p:nvPr>
            <p:extLst>
              <p:ext uri="{D42A27DB-BD31-4B8C-83A1-F6EECF244321}">
                <p14:modId xmlns:p14="http://schemas.microsoft.com/office/powerpoint/2010/main" val="3381391451"/>
              </p:ext>
            </p:extLst>
          </p:nvPr>
        </p:nvGraphicFramePr>
        <p:xfrm>
          <a:off x="638224" y="1690688"/>
          <a:ext cx="4572000" cy="4227033"/>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a:extLst>
              <a:ext uri="{FF2B5EF4-FFF2-40B4-BE49-F238E27FC236}">
                <a16:creationId xmlns:a16="http://schemas.microsoft.com/office/drawing/2014/main" id="{2F0CC806-77F8-7931-5A32-5C9A550CF26C}"/>
              </a:ext>
            </a:extLst>
          </p:cNvPr>
          <p:cNvSpPr txBox="1"/>
          <p:nvPr/>
        </p:nvSpPr>
        <p:spPr>
          <a:xfrm>
            <a:off x="5851717" y="2467957"/>
            <a:ext cx="2260121" cy="369332"/>
          </a:xfrm>
          <a:prstGeom prst="rect">
            <a:avLst/>
          </a:prstGeom>
          <a:noFill/>
        </p:spPr>
        <p:txBody>
          <a:bodyPr wrap="square">
            <a:spAutoFit/>
          </a:bodyPr>
          <a:lstStyle/>
          <a:p>
            <a:pPr>
              <a:buNone/>
            </a:pPr>
            <a:r>
              <a:rPr lang="en-US" sz="1800" b="1" dirty="0"/>
              <a:t>Business Insight</a:t>
            </a:r>
          </a:p>
        </p:txBody>
      </p:sp>
      <p:sp>
        <p:nvSpPr>
          <p:cNvPr id="9" name="TextBox 8">
            <a:extLst>
              <a:ext uri="{FF2B5EF4-FFF2-40B4-BE49-F238E27FC236}">
                <a16:creationId xmlns:a16="http://schemas.microsoft.com/office/drawing/2014/main" id="{7B65CA4A-534D-039E-2868-C712A302C43C}"/>
              </a:ext>
            </a:extLst>
          </p:cNvPr>
          <p:cNvSpPr txBox="1"/>
          <p:nvPr/>
        </p:nvSpPr>
        <p:spPr>
          <a:xfrm>
            <a:off x="5791200" y="2951043"/>
            <a:ext cx="6096000" cy="1200329"/>
          </a:xfrm>
          <a:prstGeom prst="rect">
            <a:avLst/>
          </a:prstGeom>
          <a:noFill/>
        </p:spPr>
        <p:txBody>
          <a:bodyPr wrap="square">
            <a:spAutoFit/>
          </a:bodyPr>
          <a:lstStyle/>
          <a:p>
            <a:r>
              <a:rPr lang="en-US" dirty="0"/>
              <a:t>Uzbekistan recorded the highest average vaccinations per report at 233,600, followed closely by Mongolia at 233,400. These results identify the countries with the strongest average vaccination activity in the dataset.</a:t>
            </a:r>
          </a:p>
        </p:txBody>
      </p:sp>
      <p:sp>
        <p:nvSpPr>
          <p:cNvPr id="11" name="TextBox 10">
            <a:extLst>
              <a:ext uri="{FF2B5EF4-FFF2-40B4-BE49-F238E27FC236}">
                <a16:creationId xmlns:a16="http://schemas.microsoft.com/office/drawing/2014/main" id="{C8A594C0-6930-BFFF-9BEE-B7BC3B4E4827}"/>
              </a:ext>
            </a:extLst>
          </p:cNvPr>
          <p:cNvSpPr txBox="1"/>
          <p:nvPr/>
        </p:nvSpPr>
        <p:spPr>
          <a:xfrm>
            <a:off x="5745192" y="4314493"/>
            <a:ext cx="6096000" cy="923330"/>
          </a:xfrm>
          <a:prstGeom prst="rect">
            <a:avLst/>
          </a:prstGeom>
          <a:noFill/>
        </p:spPr>
        <p:txBody>
          <a:bodyPr wrap="square">
            <a:spAutoFit/>
          </a:bodyPr>
          <a:lstStyle/>
          <a:p>
            <a:r>
              <a:rPr lang="en-US" dirty="0"/>
              <a:t>The difference between Uzbekistan and Mongolia was only 200 vaccinations per report, showing very similar average performance.</a:t>
            </a:r>
          </a:p>
        </p:txBody>
      </p:sp>
    </p:spTree>
    <p:extLst>
      <p:ext uri="{BB962C8B-B14F-4D97-AF65-F5344CB8AC3E}">
        <p14:creationId xmlns:p14="http://schemas.microsoft.com/office/powerpoint/2010/main" val="16456607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Needle and vial">
            <a:extLst>
              <a:ext uri="{FF2B5EF4-FFF2-40B4-BE49-F238E27FC236}">
                <a16:creationId xmlns:a16="http://schemas.microsoft.com/office/drawing/2014/main" id="{F01A1738-FCC4-5153-EA1C-307FEDE70B46}"/>
              </a:ext>
            </a:extLst>
          </p:cNvPr>
          <p:cNvPicPr>
            <a:picLocks noChangeAspect="1"/>
          </p:cNvPicPr>
          <p:nvPr/>
        </p:nvPicPr>
        <p:blipFill>
          <a:blip r:embed="rId2"/>
          <a:srcRect r="5882" b="-1"/>
          <a:stretch>
            <a:fillRect/>
          </a:stretch>
        </p:blipFill>
        <p:spPr>
          <a:xfrm>
            <a:off x="1" y="10"/>
            <a:ext cx="9669642" cy="6857990"/>
          </a:xfrm>
          <a:prstGeom prst="rect">
            <a:avLst/>
          </a:prstGeom>
        </p:spPr>
      </p:pic>
      <p:sp>
        <p:nvSpPr>
          <p:cNvPr id="22" name="Rectangle 21">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4">
            <a:extLst>
              <a:ext uri="{FF2B5EF4-FFF2-40B4-BE49-F238E27FC236}">
                <a16:creationId xmlns:a16="http://schemas.microsoft.com/office/drawing/2014/main" id="{8E460312-1B4E-EC5B-16C6-893522D13FDB}"/>
              </a:ext>
            </a:extLst>
          </p:cNvPr>
          <p:cNvSpPr>
            <a:spLocks noGrp="1"/>
          </p:cNvSpPr>
          <p:nvPr>
            <p:ph type="title"/>
          </p:nvPr>
        </p:nvSpPr>
        <p:spPr>
          <a:xfrm>
            <a:off x="7531610" y="365125"/>
            <a:ext cx="3822189" cy="1899912"/>
          </a:xfrm>
        </p:spPr>
        <p:txBody>
          <a:bodyPr>
            <a:normAutofit/>
          </a:bodyPr>
          <a:lstStyle/>
          <a:p>
            <a:r>
              <a:rPr lang="en-US" sz="3400" b="1"/>
              <a:t>Recommendations</a:t>
            </a:r>
            <a:br>
              <a:rPr lang="en-US" sz="3400"/>
            </a:br>
            <a:endParaRPr lang="en-US" sz="3400"/>
          </a:p>
        </p:txBody>
      </p:sp>
      <p:sp>
        <p:nvSpPr>
          <p:cNvPr id="7" name="Content Placeholder 6">
            <a:extLst>
              <a:ext uri="{FF2B5EF4-FFF2-40B4-BE49-F238E27FC236}">
                <a16:creationId xmlns:a16="http://schemas.microsoft.com/office/drawing/2014/main" id="{7ED9BCBA-D4CD-6169-CED5-D4C2FC221D5A}"/>
              </a:ext>
            </a:extLst>
          </p:cNvPr>
          <p:cNvSpPr>
            <a:spLocks noGrp="1"/>
          </p:cNvSpPr>
          <p:nvPr>
            <p:ph idx="1"/>
          </p:nvPr>
        </p:nvSpPr>
        <p:spPr>
          <a:xfrm>
            <a:off x="7531610" y="2434201"/>
            <a:ext cx="3822189" cy="3742762"/>
          </a:xfrm>
        </p:spPr>
        <p:txBody>
          <a:bodyPr>
            <a:normAutofit fontScale="92500" lnSpcReduction="10000"/>
          </a:bodyPr>
          <a:lstStyle/>
          <a:p>
            <a:pPr>
              <a:buNone/>
            </a:pPr>
            <a:endParaRPr lang="en-US" sz="1700" dirty="0"/>
          </a:p>
          <a:p>
            <a:pPr>
              <a:buFont typeface="+mj-lt"/>
              <a:buAutoNum type="arabicPeriod"/>
            </a:pPr>
            <a:r>
              <a:rPr lang="en-US" sz="1700" dirty="0"/>
              <a:t>Continue monitoring vaccination performance to identify low-coverage areas. </a:t>
            </a:r>
          </a:p>
          <a:p>
            <a:pPr>
              <a:buFont typeface="+mj-lt"/>
              <a:buAutoNum type="arabicPeriod"/>
            </a:pPr>
            <a:r>
              <a:rPr lang="en-US" sz="1700" dirty="0"/>
              <a:t>Investigate factors contributing to low administration of certain vaccines and address supply or accessibility challenges. </a:t>
            </a:r>
          </a:p>
          <a:p>
            <a:pPr>
              <a:buFont typeface="+mj-lt"/>
              <a:buAutoNum type="arabicPeriod"/>
            </a:pPr>
            <a:r>
              <a:rPr lang="en-US" sz="1700" dirty="0"/>
              <a:t>Share successful vaccination strategies from high-performing countries to improve immunization programs across the region.</a:t>
            </a:r>
          </a:p>
          <a:p>
            <a:pPr>
              <a:buFont typeface="+mj-lt"/>
              <a:buAutoNum type="arabicPeriod"/>
            </a:pPr>
            <a:r>
              <a:rPr lang="en-US" sz="1800" dirty="0"/>
              <a:t>Use data-driven monitoring to support future immunization planning and resource allocation.</a:t>
            </a:r>
            <a:endParaRPr lang="en-US" sz="1700" dirty="0"/>
          </a:p>
        </p:txBody>
      </p:sp>
    </p:spTree>
    <p:extLst>
      <p:ext uri="{BB962C8B-B14F-4D97-AF65-F5344CB8AC3E}">
        <p14:creationId xmlns:p14="http://schemas.microsoft.com/office/powerpoint/2010/main" val="19266206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3FCB077-788C-60C3-B156-A9E567B1D66B}"/>
              </a:ext>
            </a:extLst>
          </p:cNvPr>
          <p:cNvSpPr>
            <a:spLocks noGrp="1"/>
          </p:cNvSpPr>
          <p:nvPr>
            <p:ph type="title"/>
          </p:nvPr>
        </p:nvSpPr>
        <p:spPr>
          <a:xfrm>
            <a:off x="1383564" y="348865"/>
            <a:ext cx="9718111" cy="1576446"/>
          </a:xfrm>
        </p:spPr>
        <p:txBody>
          <a:bodyPr anchor="ctr">
            <a:normAutofit/>
          </a:bodyPr>
          <a:lstStyle/>
          <a:p>
            <a:r>
              <a:rPr lang="en-US" sz="4000">
                <a:solidFill>
                  <a:srgbClr val="FFFFFF"/>
                </a:solidFill>
              </a:rPr>
              <a:t>Conclusion</a:t>
            </a:r>
          </a:p>
        </p:txBody>
      </p:sp>
      <p:graphicFrame>
        <p:nvGraphicFramePr>
          <p:cNvPr id="5" name="Content Placeholder 2">
            <a:extLst>
              <a:ext uri="{FF2B5EF4-FFF2-40B4-BE49-F238E27FC236}">
                <a16:creationId xmlns:a16="http://schemas.microsoft.com/office/drawing/2014/main" id="{02A5DA75-B720-930A-9344-396F06E0E7AD}"/>
              </a:ext>
            </a:extLst>
          </p:cNvPr>
          <p:cNvGraphicFramePr>
            <a:graphicFrameLocks noGrp="1"/>
          </p:cNvGraphicFramePr>
          <p:nvPr>
            <p:ph idx="1"/>
            <p:extLst>
              <p:ext uri="{D42A27DB-BD31-4B8C-83A1-F6EECF244321}">
                <p14:modId xmlns:p14="http://schemas.microsoft.com/office/powerpoint/2010/main" val="1521059941"/>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860602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2520</TotalTime>
  <Words>630</Words>
  <Application>Microsoft Office PowerPoint</Application>
  <PresentationFormat>Widescreen</PresentationFormat>
  <Paragraphs>105</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Aptos</vt:lpstr>
      <vt:lpstr>Aptos Display</vt:lpstr>
      <vt:lpstr>Arial</vt:lpstr>
      <vt:lpstr>Office Theme</vt:lpstr>
      <vt:lpstr>Healthcare Analysis SQL Capstone</vt:lpstr>
      <vt:lpstr> Project Background </vt:lpstr>
      <vt:lpstr>Dataset Overview</vt:lpstr>
      <vt:lpstr>SQL Skills Demonstrated</vt:lpstr>
      <vt:lpstr> Business Questions Answered </vt:lpstr>
      <vt:lpstr>Question 1</vt:lpstr>
      <vt:lpstr>Most Administered Vaccine </vt:lpstr>
      <vt:lpstr>Question 2</vt:lpstr>
      <vt:lpstr>Top 5 Countries by Total Vaccinations</vt:lpstr>
      <vt:lpstr>Question 3</vt:lpstr>
      <vt:lpstr>PowerPoint Presentation</vt:lpstr>
      <vt:lpstr>Question 4  Least Administered Vaccine</vt:lpstr>
      <vt:lpstr>Least Administered Vaccine by Total Vaccinations</vt:lpstr>
      <vt:lpstr>Question 5</vt:lpstr>
      <vt:lpstr>Top 5 Countries by Average Vaccinations per Report</vt:lpstr>
      <vt:lpstr>Recommendations </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melvin sirleaf</dc:creator>
  <cp:lastModifiedBy>melvin sirleaf</cp:lastModifiedBy>
  <cp:revision>1</cp:revision>
  <dcterms:created xsi:type="dcterms:W3CDTF">2026-07-14T19:55:46Z</dcterms:created>
  <dcterms:modified xsi:type="dcterms:W3CDTF">2026-07-18T12:17:56Z</dcterms:modified>
</cp:coreProperties>
</file>